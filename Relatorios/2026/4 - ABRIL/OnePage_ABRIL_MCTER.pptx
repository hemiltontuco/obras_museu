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5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099917" y="1686200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8366" y="1678769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099917" y="1923293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84366" y="167476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84366" y="191185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522367" y="1705879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46619" y="1706088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17481" y="1773185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 flipH="1">
            <a:off x="6400381" y="1735882"/>
            <a:ext cx="8317" cy="40663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109858"/>
              </p:ext>
            </p:extLst>
          </p:nvPr>
        </p:nvGraphicFramePr>
        <p:xfrm>
          <a:off x="4405787" y="2344998"/>
          <a:ext cx="7415653" cy="19202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8514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7604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68358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751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 smtClean="0"/>
                        <a:t>No dia 10/04/2026, todas as pendências</a:t>
                      </a:r>
                      <a:r>
                        <a:rPr lang="pt-BR" sz="1000" baseline="0" dirty="0" smtClean="0"/>
                        <a:t> junto </a:t>
                      </a:r>
                      <a:r>
                        <a:rPr lang="pt-BR" sz="1000" dirty="0" smtClean="0"/>
                        <a:t>o </a:t>
                      </a:r>
                      <a:r>
                        <a:rPr lang="pt-BR" sz="1000" dirty="0" smtClean="0"/>
                        <a:t>à SMDU (Prefeitura do Rio de </a:t>
                      </a:r>
                      <a:r>
                        <a:rPr lang="pt-BR" sz="1000" dirty="0" smtClean="0"/>
                        <a:t>Janeiro),</a:t>
                      </a:r>
                      <a:r>
                        <a:rPr lang="pt-BR" sz="1000" baseline="0" dirty="0" smtClean="0"/>
                        <a:t> </a:t>
                      </a:r>
                      <a:r>
                        <a:rPr lang="pt-BR" sz="1000" dirty="0" smtClean="0"/>
                        <a:t>para a obra do MCTER, foram atendidas. Desta forma, </a:t>
                      </a:r>
                      <a:r>
                        <a:rPr lang="pt-BR" sz="1000" baseline="0" dirty="0" smtClean="0"/>
                        <a:t> obteve-se a licenças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Movimentação do acervo do MCTER,</a:t>
                      </a:r>
                      <a:r>
                        <a:rPr lang="pt-BR" sz="1000" baseline="0" dirty="0" smtClean="0"/>
                        <a:t> Almoxarifado e Arquivos </a:t>
                      </a:r>
                      <a:r>
                        <a:rPr lang="pt-BR" sz="1000" baseline="0" dirty="0" err="1" smtClean="0"/>
                        <a:t>Multimeiros</a:t>
                      </a:r>
                      <a:r>
                        <a:rPr lang="pt-BR" sz="1000" baseline="0" dirty="0" smtClean="0"/>
                        <a:t> para a guarda externa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No dia</a:t>
                      </a:r>
                      <a:r>
                        <a:rPr lang="pt-BR" sz="1000" baseline="0" dirty="0" smtClean="0"/>
                        <a:t> 15/04/2026, a empresa </a:t>
                      </a:r>
                      <a:r>
                        <a:rPr lang="pt-BR" sz="1000" baseline="0" dirty="0" err="1" smtClean="0"/>
                        <a:t>Construpower</a:t>
                      </a:r>
                      <a:r>
                        <a:rPr lang="pt-BR" sz="1000" baseline="0" dirty="0" smtClean="0"/>
                        <a:t> Engenharia LTDA deu início as obras de revitalização </a:t>
                      </a:r>
                      <a:r>
                        <a:rPr lang="pt-BR" sz="1000" baseline="0" smtClean="0"/>
                        <a:t>do MCTER</a:t>
                      </a:r>
                      <a:endParaRPr lang="pt-B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16365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Lançamento de site do</a:t>
                      </a:r>
                      <a:r>
                        <a:rPr lang="pt-BR" sz="1000" baseline="0" dirty="0" smtClean="0"/>
                        <a:t> projeto de obras e infraestrutura laboratorial do Complexo Científico e Cultural da Urca. Disponível em: https://sgb.gov.br/obras_museu/</a:t>
                      </a:r>
                      <a:endParaRPr lang="pt-B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54186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05787" y="5482399"/>
            <a:ext cx="35199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Obra de revitalização nos blocos A4 e A6 no MCTER pela empresa responsável pela obra.</a:t>
            </a:r>
            <a:endParaRPr lang="pt-BR" sz="1200" dirty="0"/>
          </a:p>
          <a:p>
            <a:pPr algn="just"/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99,207 MM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35 </a:t>
            </a:r>
            <a:r>
              <a:rPr lang="pt-BR" sz="1200" b="1" dirty="0" smtClean="0">
                <a:latin typeface="Aptos Narrow" panose="020B0004020202020204" pitchFamily="34" charset="0"/>
              </a:rPr>
              <a:t>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82623" y="479260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 smtClean="0"/>
              <a:t>Início da obra pela empresa </a:t>
            </a:r>
            <a:r>
              <a:rPr lang="pt-BR" sz="1200" dirty="0" err="1" smtClean="0"/>
              <a:t>Construpower</a:t>
            </a:r>
            <a:r>
              <a:rPr lang="pt-BR" sz="1200" dirty="0" smtClean="0"/>
              <a:t> Engenharia LTDA;</a:t>
            </a:r>
          </a:p>
          <a:p>
            <a:pPr marL="342900" indent="-342900" algn="just">
              <a:buFontTx/>
              <a:buAutoNum type="arabicParenR"/>
            </a:pPr>
            <a:r>
              <a:rPr lang="pt-BR" sz="1200" dirty="0" err="1" smtClean="0"/>
              <a:t>Diligenciamento</a:t>
            </a:r>
            <a:r>
              <a:rPr lang="pt-BR" sz="1200" dirty="0" smtClean="0"/>
              <a:t> do andamento da obra pela empresa Ferraz Carvalho Soluções;</a:t>
            </a:r>
            <a:endParaRPr lang="pt-BR" sz="1200" dirty="0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8297076" y="5581270"/>
            <a:ext cx="356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 smtClean="0">
                <a:solidFill>
                  <a:schemeClr val="bg1"/>
                </a:solidFill>
              </a:rPr>
              <a:t>Desocupação total do MCTER, Almoxarifado e DIDOTE para a obra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5893577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37, 743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709143" y="5895271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 smtClean="0">
                <a:latin typeface="Aptos Narrow" panose="020B0004020202020204" pitchFamily="34" charset="0"/>
              </a:rPr>
              <a:t>3</a:t>
            </a:r>
            <a:endParaRPr lang="pt-BR" sz="1400" i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248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99</cp:revision>
  <dcterms:created xsi:type="dcterms:W3CDTF">2025-07-07T09:08:08Z</dcterms:created>
  <dcterms:modified xsi:type="dcterms:W3CDTF">2026-04-27T13:58:17Z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