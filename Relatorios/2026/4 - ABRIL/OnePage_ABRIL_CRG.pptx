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260" y="7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5013865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(CRG)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239801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93990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68170" y="508492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90464" y="4985656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892051"/>
              </p:ext>
            </p:extLst>
          </p:nvPr>
        </p:nvGraphicFramePr>
        <p:xfrm>
          <a:off x="4409653" y="2240703"/>
          <a:ext cx="7441433" cy="25222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82518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78929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87631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92355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FJA,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dirty="0" smtClean="0"/>
                        <a:t>SGB e </a:t>
                      </a:r>
                      <a:r>
                        <a:rPr lang="pt-BR" sz="1050" dirty="0" err="1" smtClean="0"/>
                        <a:t>Aldrago</a:t>
                      </a:r>
                      <a:r>
                        <a:rPr lang="pt-BR" sz="1050" dirty="0" smtClean="0"/>
                        <a:t> Florestal estão atendendo às exigências constantes nos comunicados (“comunique-se”) da SMDU e de outros órgãos do Município do Rio de Janeiro (GEORIO, DPA-DPE, CET-RIO, SUBCLA e ARV), com vistas à obtenção da </a:t>
                      </a:r>
                      <a:r>
                        <a:rPr lang="pt-BR" sz="1050" dirty="0" smtClean="0"/>
                        <a:t>licença</a:t>
                      </a:r>
                      <a:r>
                        <a:rPr lang="pt-BR" sz="1050" baseline="0" dirty="0" smtClean="0"/>
                        <a:t> de obras do CRG – </a:t>
                      </a:r>
                      <a:r>
                        <a:rPr lang="pt-BR" sz="1050" baseline="0" dirty="0" smtClean="0"/>
                        <a:t>Fase final de atendimento das exigências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5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Em andamento</a:t>
                      </a:r>
                      <a:endParaRPr lang="pt-BR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No</a:t>
                      </a:r>
                      <a:r>
                        <a:rPr lang="pt-BR" sz="1050" baseline="0" dirty="0" smtClean="0"/>
                        <a:t> dia 07/04/2026, a FINATEC publicou o novo edital de obras do CRG (3° edital).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Concluído</a:t>
                      </a:r>
                      <a:endParaRPr lang="pt-BR" sz="105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1508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No dia 02/04/2026, o SGB encaminhou o pedido de aditivo de valor para a obra do CRG,</a:t>
                      </a:r>
                      <a:r>
                        <a:rPr lang="pt-BR" sz="1050" baseline="0" dirty="0" smtClean="0"/>
                        <a:t> no valor de R$ 4.617.137,57, no SIGITEC. No dia 14/04/2026, a Petrobras habilitou o pedido de aditivo de valor.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Em andamento</a:t>
                      </a:r>
                      <a:endParaRPr lang="pt-BR" sz="105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617943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4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Lançamento de site do</a:t>
                      </a:r>
                      <a:r>
                        <a:rPr lang="pt-BR" sz="1050" baseline="0" dirty="0" smtClean="0"/>
                        <a:t> projeto de obras e infraestrutura laboratorial do Complexo Científico e Cultural da Urca. Disponível em: https://sgb.gov.br/obras_museu/</a:t>
                      </a:r>
                      <a:endParaRPr lang="pt-BR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/>
                        <a:t>Concluído</a:t>
                      </a:r>
                      <a:endParaRPr lang="pt-BR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206149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38087" y="177385"/>
            <a:ext cx="42509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endParaRPr lang="pt-BR" sz="1400" dirty="0" smtClean="0"/>
          </a:p>
          <a:p>
            <a:pPr marL="342900" indent="-342900" algn="just">
              <a:buAutoNum type="arabicParenR"/>
            </a:pPr>
            <a:r>
              <a:rPr lang="pt-BR" sz="1400" dirty="0" smtClean="0"/>
              <a:t>Publicado, pela FINATEC</a:t>
            </a:r>
            <a:r>
              <a:rPr lang="pt-BR" sz="1400" smtClean="0"/>
              <a:t>, o </a:t>
            </a:r>
            <a:r>
              <a:rPr lang="pt-BR" sz="1400" dirty="0" smtClean="0"/>
              <a:t>novo edital de obras do CRG (3° edital);</a:t>
            </a:r>
            <a:endParaRPr lang="pt-BR" sz="1400" dirty="0"/>
          </a:p>
          <a:p>
            <a:pPr marL="342900" indent="-342900" algn="just">
              <a:buAutoNum type="arabicParenR"/>
            </a:pPr>
            <a:r>
              <a:rPr lang="pt-BR" sz="1400" dirty="0" smtClean="0"/>
              <a:t>Homologado, </a:t>
            </a:r>
            <a:r>
              <a:rPr lang="pt-BR" sz="1400" dirty="0" smtClean="0"/>
              <a:t>pela FINATEC,  </a:t>
            </a:r>
            <a:r>
              <a:rPr lang="pt-BR" sz="1400" dirty="0"/>
              <a:t>a</a:t>
            </a:r>
            <a:r>
              <a:rPr lang="pt-BR" sz="1400" dirty="0" smtClean="0"/>
              <a:t> </a:t>
            </a:r>
            <a:r>
              <a:rPr lang="pt-BR" sz="1400" dirty="0" smtClean="0"/>
              <a:t>empresa vencedora do processo licitatório de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 das obras do CRG;</a:t>
            </a:r>
          </a:p>
          <a:p>
            <a:pPr marL="342900" indent="-342900" algn="just">
              <a:buAutoNum type="arabicParenR"/>
            </a:pP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86208" y="5491061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  <a:p>
            <a:pPr marL="342900" indent="-342900" algn="just">
              <a:buFont typeface="+mj-lt"/>
              <a:buAutoNum type="arabicParenR"/>
            </a:pP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algn="just"/>
            <a:endParaRPr lang="pt-BR" sz="1200" dirty="0" smtClean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15743" y="4939903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72954" y="5013865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40987" y="5211241"/>
            <a:ext cx="369811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400" dirty="0" smtClean="0"/>
          </a:p>
          <a:p>
            <a:pPr marL="342900" indent="-342900" algn="just">
              <a:buAutoNum type="arabicParenR"/>
            </a:pPr>
            <a:r>
              <a:rPr lang="pt-BR" sz="1200" dirty="0" smtClean="0"/>
              <a:t>Previsão de abertura das propostas para a obra do CRG no dia 18/05/2026;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 smtClean="0"/>
              <a:t>Aprovação do aditivo de valor e elaboração da minuta do aditivo de valor pela Petrobras;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/>
              <a:t>Obtenção da licença de </a:t>
            </a:r>
            <a:r>
              <a:rPr lang="pt-BR" sz="1200" dirty="0" smtClean="0"/>
              <a:t>obras do CRG</a:t>
            </a:r>
            <a:endParaRPr lang="pt-BR" sz="1200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335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116</cp:revision>
  <dcterms:created xsi:type="dcterms:W3CDTF">2025-07-07T09:08:08Z</dcterms:created>
  <dcterms:modified xsi:type="dcterms:W3CDTF">2026-04-27T14:15:10Z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