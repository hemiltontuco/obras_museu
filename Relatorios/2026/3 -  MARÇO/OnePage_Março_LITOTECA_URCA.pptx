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022116"/>
              </p:ext>
            </p:extLst>
          </p:nvPr>
        </p:nvGraphicFramePr>
        <p:xfrm>
          <a:off x="4374784" y="2281615"/>
          <a:ext cx="7497249" cy="23012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300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7696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251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94767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FJA,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SGB e </a:t>
                      </a:r>
                      <a:r>
                        <a:rPr lang="pt-BR" sz="1050" dirty="0" err="1" smtClean="0"/>
                        <a:t>Aldrago</a:t>
                      </a:r>
                      <a:r>
                        <a:rPr lang="pt-BR" sz="1050" dirty="0" smtClean="0"/>
                        <a:t> Florestal estão atendendo às exigências constantes nos comunicados (“comunique-se”) da SMDU e de outros órgãos do Município do Rio de Janeiro (GEORIO, DPA-DPE, CET-RIO, SUBCLA e ARV), com vistas à obtenção da Licença Unificada de Obras</a:t>
                      </a:r>
                      <a:r>
                        <a:rPr lang="pt-BR" sz="1050" baseline="0" dirty="0" smtClean="0"/>
                        <a:t> – Fase final de atendimento das exigências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4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análise</a:t>
                      </a:r>
                      <a:r>
                        <a:rPr lang="pt-BR" sz="1000" baseline="0" dirty="0" smtClean="0"/>
                        <a:t> –</a:t>
                      </a:r>
                      <a:r>
                        <a:rPr lang="pt-BR" sz="1000" baseline="0" dirty="0"/>
                        <a:t> </a:t>
                      </a:r>
                      <a:r>
                        <a:rPr lang="pt-BR" sz="10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dirty="0" smtClean="0"/>
                        <a:t>Elaboração do 3º Edital de Obras da </a:t>
                      </a:r>
                      <a:r>
                        <a:rPr lang="pt-BR" sz="1050" b="1" dirty="0" err="1" smtClean="0"/>
                        <a:t>Litoteca</a:t>
                      </a:r>
                      <a:r>
                        <a:rPr lang="pt-BR" sz="1050" b="1" dirty="0" smtClean="0"/>
                        <a:t> Urca</a:t>
                      </a:r>
                      <a:r>
                        <a:rPr lang="pt-BR" sz="1050" dirty="0" smtClean="0"/>
                        <a:t>, contemplando, em relação às versões anteriores, a substituição da plataforma </a:t>
                      </a:r>
                      <a:r>
                        <a:rPr lang="pt-BR" sz="1050" b="1" dirty="0" smtClean="0"/>
                        <a:t>BLL</a:t>
                      </a:r>
                      <a:r>
                        <a:rPr lang="pt-BR" sz="1050" dirty="0" smtClean="0"/>
                        <a:t> pela </a:t>
                      </a:r>
                      <a:r>
                        <a:rPr lang="pt-BR" sz="1050" b="1" dirty="0" err="1" smtClean="0"/>
                        <a:t>ComprasNet</a:t>
                      </a:r>
                      <a:r>
                        <a:rPr lang="pt-BR" sz="1050" dirty="0" smtClean="0"/>
                        <a:t> para a condução do certame.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1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17007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No dia 11/03/2026, a Coordenação do projeto</a:t>
                      </a:r>
                      <a:r>
                        <a:rPr lang="pt-BR" sz="1050" baseline="0" dirty="0" smtClean="0"/>
                        <a:t> encaminhou </a:t>
                      </a:r>
                      <a:r>
                        <a:rPr lang="pt-BR" sz="1050" baseline="0" dirty="0" err="1" smtClean="0"/>
                        <a:t>emaill</a:t>
                      </a:r>
                      <a:r>
                        <a:rPr lang="pt-BR" sz="1050" baseline="0" dirty="0" smtClean="0"/>
                        <a:t> à Petrobras solicitando o aditivo de valor de R$ 2.204.016,27 para a obra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Urca.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Concluído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06021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71908" y="5247289"/>
            <a:ext cx="3647755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100" dirty="0"/>
              <a:t>Publicação do novo edital de obras </a:t>
            </a:r>
            <a:r>
              <a:rPr lang="pt-BR" sz="1100" dirty="0" smtClean="0"/>
              <a:t>da </a:t>
            </a:r>
            <a:r>
              <a:rPr lang="pt-BR" sz="1100" dirty="0" err="1" smtClean="0"/>
              <a:t>Litoteca</a:t>
            </a:r>
            <a:r>
              <a:rPr lang="pt-BR" sz="1100" dirty="0" smtClean="0"/>
              <a:t> Urca (3</a:t>
            </a:r>
            <a:r>
              <a:rPr lang="pt-BR" sz="1100" dirty="0"/>
              <a:t>° edital</a:t>
            </a:r>
            <a:r>
              <a:rPr lang="pt-BR" sz="1100" dirty="0" smtClean="0"/>
              <a:t>);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Resposta da Petrobras quanto ao aditivo de valor para a obra da </a:t>
            </a:r>
            <a:r>
              <a:rPr lang="pt-BR" sz="1100" dirty="0" err="1" smtClean="0"/>
              <a:t>Litoteca</a:t>
            </a:r>
            <a:r>
              <a:rPr lang="pt-BR" sz="1100" dirty="0" smtClean="0"/>
              <a:t> Urca;</a:t>
            </a:r>
            <a:endParaRPr lang="pt-BR" sz="1100" dirty="0"/>
          </a:p>
          <a:p>
            <a:pPr marL="342900" indent="-342900" algn="just">
              <a:buAutoNum type="arabicParenR"/>
            </a:pPr>
            <a:r>
              <a:rPr lang="pt-BR" sz="1100" dirty="0"/>
              <a:t>Obtenção da licença de obras;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/>
              <a:t>Elaboração do novo edital de obras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smtClean="0"/>
              <a:t> Urca (3</a:t>
            </a:r>
            <a:r>
              <a:rPr lang="pt-BR" sz="1200" dirty="0"/>
              <a:t>° edital</a:t>
            </a:r>
            <a:r>
              <a:rPr lang="pt-BR" sz="1200" dirty="0" smtClean="0"/>
              <a:t>)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Homologação, pela FINATEC,  da empresa vencedora do processo licitatório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325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84</cp:revision>
  <dcterms:created xsi:type="dcterms:W3CDTF">2025-07-07T09:08:08Z</dcterms:created>
  <dcterms:modified xsi:type="dcterms:W3CDTF">2026-03-31T13:45:22Z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