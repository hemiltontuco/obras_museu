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7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24" y="-5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7252" y="162120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15701" y="161377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7252" y="18582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65715" y="1586849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65715" y="1823942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3716" y="161796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55569" y="162120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26431" y="168830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 flipH="1">
            <a:off x="6400670" y="1651000"/>
            <a:ext cx="8317" cy="40663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7796" y="5113067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925695"/>
              </p:ext>
            </p:extLst>
          </p:nvPr>
        </p:nvGraphicFramePr>
        <p:xfrm>
          <a:off x="4405787" y="2185183"/>
          <a:ext cx="7473762" cy="28041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02420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521668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775905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baseline="0" dirty="0" smtClean="0"/>
                        <a:t>Realocação de postos de trabalho, no Escritório do RJ, para as futuras obras do MCTER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</a:t>
                      </a:r>
                      <a:r>
                        <a:rPr lang="pt-BR" sz="800" baseline="0" dirty="0" smtClean="0"/>
                        <a:t>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800" dirty="0" smtClean="0"/>
                        <a:t>A FJA e o SGB estão atendendo às exigências constantes nos comunicados (“comunique-se”) da SMDU e de outros órgãos do Município do Rio de Janeiro (GEORIO, DPA-DPE, CET-RIO, SUBCLA e ARV), com vistas à obtenção da Licença Unificada de Obras.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3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</a:t>
                      </a:r>
                      <a:r>
                        <a:rPr lang="pt-BR" sz="800" dirty="0" smtClean="0"/>
                        <a:t>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28445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3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>
                          <a:solidFill>
                            <a:srgbClr val="FF0000"/>
                          </a:solidFill>
                        </a:rPr>
                        <a:t>Definição</a:t>
                      </a:r>
                      <a:r>
                        <a:rPr lang="pt-BR" sz="800" baseline="0" dirty="0" smtClean="0">
                          <a:solidFill>
                            <a:srgbClr val="FF0000"/>
                          </a:solidFill>
                        </a:rPr>
                        <a:t> final dos equipamentos do CGA com utilização em parceria com o MCTER   – Pesquisador </a:t>
                      </a:r>
                      <a:r>
                        <a:rPr lang="pt-BR" sz="800" baseline="0" dirty="0" err="1" smtClean="0">
                          <a:solidFill>
                            <a:srgbClr val="FF0000"/>
                          </a:solidFill>
                        </a:rPr>
                        <a:t>Crisógono</a:t>
                      </a:r>
                      <a:r>
                        <a:rPr lang="pt-BR" sz="800" baseline="0" dirty="0" smtClean="0">
                          <a:solidFill>
                            <a:srgbClr val="FF0000"/>
                          </a:solidFill>
                        </a:rPr>
                        <a:t> Vasconcelos</a:t>
                      </a:r>
                      <a:endParaRPr lang="pt-BR" sz="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99317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4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>
                          <a:solidFill>
                            <a:srgbClr val="FF0000"/>
                          </a:solidFill>
                        </a:rPr>
                        <a:t>Definição</a:t>
                      </a:r>
                      <a:r>
                        <a:rPr lang="pt-BR" sz="800" baseline="0" dirty="0" smtClean="0">
                          <a:solidFill>
                            <a:srgbClr val="FF0000"/>
                          </a:solidFill>
                        </a:rPr>
                        <a:t> das principais linhas de pesquisas do MCTER</a:t>
                      </a:r>
                      <a:endParaRPr lang="pt-BR" sz="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409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Movimentação do acervo do MCTER,</a:t>
                      </a:r>
                      <a:r>
                        <a:rPr lang="pt-BR" sz="800" baseline="0" dirty="0" smtClean="0"/>
                        <a:t> Almoxarifado e Arquivos </a:t>
                      </a:r>
                      <a:r>
                        <a:rPr lang="pt-BR" sz="800" baseline="0" dirty="0" err="1" smtClean="0"/>
                        <a:t>Multimeiros</a:t>
                      </a:r>
                      <a:r>
                        <a:rPr lang="pt-BR" sz="800" baseline="0" dirty="0" smtClean="0"/>
                        <a:t> para a guarda externa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smtClean="0"/>
                        <a:t>3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196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O processo licitatório de</a:t>
                      </a:r>
                      <a:r>
                        <a:rPr lang="pt-BR" sz="800" baseline="0" dirty="0" smtClean="0"/>
                        <a:t> </a:t>
                      </a:r>
                      <a:r>
                        <a:rPr lang="pt-BR" sz="800" baseline="0" dirty="0" err="1" smtClean="0"/>
                        <a:t>diligenciamento</a:t>
                      </a:r>
                      <a:r>
                        <a:rPr lang="pt-BR" sz="800" baseline="0" dirty="0" smtClean="0"/>
                        <a:t> da obra do MCTER foi concluído. A empresa Ferraz Carvalho Soluções foi homologada como a vencedora.</a:t>
                      </a:r>
                      <a:endParaRPr lang="pt-BR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81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7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O processo licitatório </a:t>
                      </a:r>
                      <a:r>
                        <a:rPr lang="pt-BR" sz="800" baseline="0" dirty="0" smtClean="0"/>
                        <a:t>da obra do MCTER foi concluído. A empresa </a:t>
                      </a:r>
                      <a:r>
                        <a:rPr lang="pt-BR" sz="800" baseline="0" dirty="0" err="1" smtClean="0"/>
                        <a:t>Construpower</a:t>
                      </a:r>
                      <a:r>
                        <a:rPr lang="pt-BR" sz="800" baseline="0" dirty="0" smtClean="0"/>
                        <a:t> Engenharia LTDA foi homologada como a vencedora.</a:t>
                      </a:r>
                      <a:endParaRPr lang="pt-BR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73369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17007" y="5503063"/>
            <a:ext cx="3621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</a:t>
            </a:r>
            <a:r>
              <a:rPr lang="pt-BR" sz="1200">
                <a:solidFill>
                  <a:schemeClr val="bg1"/>
                </a:solidFill>
                <a:latin typeface="Aptos Narrow" panose="020B0004020202020204" pitchFamily="34" charset="0"/>
              </a:rPr>
              <a:t>obra</a:t>
            </a:r>
            <a:r>
              <a:rPr lang="pt-BR" sz="120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42679" y="5022420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405787" y="5482399"/>
            <a:ext cx="351990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Recebimento e assinatura da minuta do 2° aditivo de valor pela Petrobras;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Elaboração </a:t>
            </a:r>
            <a:r>
              <a:rPr lang="pt-BR" sz="1200" dirty="0"/>
              <a:t>do contrato com a empresa Ferraz Carvalho </a:t>
            </a:r>
            <a:r>
              <a:rPr lang="pt-BR" sz="1200" dirty="0" smtClean="0"/>
              <a:t>Soluções para </a:t>
            </a:r>
            <a:r>
              <a:rPr lang="pt-BR" sz="1200" dirty="0"/>
              <a:t>o </a:t>
            </a:r>
            <a:r>
              <a:rPr lang="pt-BR" sz="1200" dirty="0" err="1"/>
              <a:t>diligenciamento</a:t>
            </a:r>
            <a:r>
              <a:rPr lang="pt-BR" sz="1200" dirty="0"/>
              <a:t> da </a:t>
            </a:r>
            <a:r>
              <a:rPr lang="pt-BR" sz="1200" dirty="0" smtClean="0"/>
              <a:t>obra do MCTER;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/>
              <a:t>Obtenção da licença de obras;</a:t>
            </a:r>
          </a:p>
          <a:p>
            <a:pPr algn="just"/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86,464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60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/>
              <a:t>Homologação, pela FINATEC,  da empresa vencedora do processo licitatório </a:t>
            </a:r>
            <a:r>
              <a:rPr lang="pt-BR" sz="1200" dirty="0" smtClean="0"/>
              <a:t>das </a:t>
            </a:r>
            <a:r>
              <a:rPr lang="pt-BR" sz="1200" dirty="0"/>
              <a:t>obras do MCTER</a:t>
            </a:r>
            <a:r>
              <a:rPr lang="pt-BR" sz="1200" dirty="0" smtClean="0"/>
              <a:t>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Homologação, pela FINATEC,  da empresa vencedora do processo licitatório de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do MCTER;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349</Words>
  <Application>Microsoft Office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88</cp:revision>
  <dcterms:created xsi:type="dcterms:W3CDTF">2025-07-07T09:08:08Z</dcterms:created>
  <dcterms:modified xsi:type="dcterms:W3CDTF">2026-03-01T23:45:43Z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