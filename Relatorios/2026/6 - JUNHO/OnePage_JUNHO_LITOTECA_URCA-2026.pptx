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44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004232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4754084"/>
            <a:ext cx="3691421" cy="1966860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73669" y="4815933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510327"/>
              </p:ext>
            </p:extLst>
          </p:nvPr>
        </p:nvGraphicFramePr>
        <p:xfrm>
          <a:off x="4377354" y="2228474"/>
          <a:ext cx="7444088" cy="23698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8796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71795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81817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01680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CET-RIO, SUBCLA/ARV), com vistas à obtenção da licença</a:t>
                      </a:r>
                      <a:r>
                        <a:rPr lang="pt-BR" sz="1050" baseline="0" dirty="0" smtClean="0"/>
                        <a:t> de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URCA.</a:t>
                      </a:r>
                    </a:p>
                    <a:p>
                      <a:pPr algn="just"/>
                      <a:r>
                        <a:rPr lang="pt-BR" sz="1050" baseline="0" dirty="0" smtClean="0"/>
                        <a:t>No dia 08/06/2026, houve a obtenção da viabilidade do empreendimento junto à DPA-DPE (Águas do Rio).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FINATEC</a:t>
                      </a:r>
                      <a:r>
                        <a:rPr lang="pt-BR" sz="1050" baseline="0" dirty="0" smtClean="0"/>
                        <a:t>, junto ao engenheiro orçamentista do projeto executivo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Urca, estão atualizando a planilha orçamentária do custo e dos itens da obra. Este fato decorre de processo de impugnação de empresa interessada na execução do objeto da licitação.</a:t>
                      </a:r>
                      <a:r>
                        <a:rPr lang="pt-BR" sz="1050" baseline="0" dirty="0"/>
                        <a:t> </a:t>
                      </a:r>
                      <a:r>
                        <a:rPr lang="pt-BR" sz="1050" baseline="0" dirty="0" smtClean="0"/>
                        <a:t>O valor final, após a atualização da planilha orçamentária,  ficará no valor acordado entre SGB-PETROBRAS.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17007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389342" y="4707764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1850" y="5036833"/>
            <a:ext cx="3647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Relançamento do edital de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Após a conclusão do processo licitatório da obra, a </a:t>
            </a:r>
            <a:r>
              <a:rPr lang="pt-BR" sz="1200" dirty="0" smtClean="0"/>
              <a:t>coordenação / ponto </a:t>
            </a:r>
            <a:r>
              <a:rPr lang="pt-BR" sz="1200" dirty="0"/>
              <a:t>focal encaminhará o aditivo de </a:t>
            </a:r>
            <a:r>
              <a:rPr lang="pt-BR" sz="1200" dirty="0" smtClean="0"/>
              <a:t>valor no SIGITEC;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Obtenção </a:t>
            </a:r>
            <a:r>
              <a:rPr lang="pt-BR" sz="1200" dirty="0"/>
              <a:t>da licença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</a:t>
            </a:r>
            <a:endParaRPr lang="pt-BR" sz="12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Atualização dos índices e valores da planilha orçamentária da obra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Homologada, pela FINATEC,  </a:t>
            </a:r>
            <a:r>
              <a:rPr lang="pt-BR" sz="1200" dirty="0"/>
              <a:t>a</a:t>
            </a:r>
            <a:r>
              <a:rPr lang="pt-BR" sz="1200" dirty="0" smtClean="0"/>
              <a:t> empresa vencedora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327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102</cp:revision>
  <dcterms:created xsi:type="dcterms:W3CDTF">2025-07-07T09:08:08Z</dcterms:created>
  <dcterms:modified xsi:type="dcterms:W3CDTF">2026-06-30T13:52:59Z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