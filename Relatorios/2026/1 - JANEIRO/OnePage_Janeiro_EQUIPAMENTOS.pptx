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2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177141"/>
              </p:ext>
            </p:extLst>
          </p:nvPr>
        </p:nvGraphicFramePr>
        <p:xfrm>
          <a:off x="4469408" y="2177489"/>
          <a:ext cx="7418223" cy="240724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143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95781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Reuniões com empresas </a:t>
                      </a:r>
                      <a:r>
                        <a:rPr lang="pt-BR" sz="1000" baseline="0" dirty="0"/>
                        <a:t>(Thermo Fischer, JEOL </a:t>
                      </a:r>
                      <a:r>
                        <a:rPr lang="pt-BR" sz="1000" baseline="0" dirty="0" err="1"/>
                        <a:t>Brazil</a:t>
                      </a:r>
                      <a:r>
                        <a:rPr lang="pt-BR" sz="1000" baseline="0" dirty="0"/>
                        <a:t>, EXUM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 e Applied </a:t>
                      </a:r>
                      <a:r>
                        <a:rPr lang="pt-BR" sz="1000" baseline="0" dirty="0" err="1"/>
                        <a:t>Spectra</a:t>
                      </a:r>
                      <a:r>
                        <a:rPr lang="pt-BR" sz="1000" baseline="0" dirty="0"/>
                        <a:t>) visando definir a listagem final de equipamentos para a conclusão dos laboratórios do CRG</a:t>
                      </a:r>
                      <a:r>
                        <a:rPr lang="pt-BR" sz="1000" dirty="0"/>
                        <a:t>,</a:t>
                      </a:r>
                      <a:r>
                        <a:rPr lang="pt-BR" sz="1000" baseline="0" dirty="0"/>
                        <a:t> além do lab.  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Reuniões com empresas e equipe (Nu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Equipments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, Thermo Fischer) para conclusão do laboratório de Isótopos Estáveis Avançados.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Cadastramento dos equipamentos de</a:t>
                      </a:r>
                      <a:r>
                        <a:rPr lang="pt-BR" sz="1000" baseline="0" dirty="0"/>
                        <a:t> curto prazo no sistema CONVENIAR da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65421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smtClean="0"/>
                        <a:t>Reformulação </a:t>
                      </a:r>
                      <a:r>
                        <a:rPr lang="pt-BR" sz="1000" baseline="0" smtClean="0"/>
                        <a:t>do </a:t>
                      </a:r>
                      <a:r>
                        <a:rPr lang="pt-BR" sz="1000" baseline="0" dirty="0" smtClean="0"/>
                        <a:t>SIGITEC em virtude do cancelamento de equipamentos previstos no plano de trabalho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Elaboração de razão técnica para a compra NEOMA (MC-ICP-MS)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Concluído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624670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Elaboração de planilhas de custos de despesas acessórias </a:t>
            </a:r>
            <a:r>
              <a:rPr lang="pt-BR" sz="1200" smtClean="0"/>
              <a:t>(</a:t>
            </a:r>
            <a:r>
              <a:rPr lang="pt-BR" sz="1200" smtClean="0"/>
              <a:t>transporte</a:t>
            </a:r>
            <a:r>
              <a:rPr lang="pt-BR" sz="1200" dirty="0" smtClean="0"/>
              <a:t>) para a aquisição do NEOMA (MC-ICP-MS com MS/MS);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Aguardando parecer jurídico para a aquisição do Sistema Laser </a:t>
            </a:r>
            <a:r>
              <a:rPr lang="pt-BR" sz="1200" dirty="0" err="1" smtClean="0"/>
              <a:t>Ablation</a:t>
            </a:r>
            <a:r>
              <a:rPr lang="pt-BR" sz="1200" dirty="0" smtClean="0"/>
              <a:t>;</a:t>
            </a:r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02102"/>
            <a:ext cx="3609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Aguardo </a:t>
            </a:r>
            <a:r>
              <a:rPr lang="pt-BR" sz="1400" dirty="0"/>
              <a:t>da liberação de novas cotas do CNPQ para a importação de equipamentos com a isenção de </a:t>
            </a:r>
            <a:r>
              <a:rPr lang="pt-BR" sz="1400" dirty="0" smtClean="0"/>
              <a:t>impostos;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Chegada e instalação do NEOMA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277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41</cp:revision>
  <dcterms:created xsi:type="dcterms:W3CDTF">2025-07-07T09:08:08Z</dcterms:created>
  <dcterms:modified xsi:type="dcterms:W3CDTF">2026-02-02T18:55:38Z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