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888801"/>
              </p:ext>
            </p:extLst>
          </p:nvPr>
        </p:nvGraphicFramePr>
        <p:xfrm>
          <a:off x="4380007" y="2214535"/>
          <a:ext cx="7441433" cy="26822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2518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0363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394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Em análise</a:t>
                      </a:r>
                      <a:r>
                        <a:rPr lang="pt-BR" sz="900" baseline="0" dirty="0" smtClean="0"/>
                        <a:t> –</a:t>
                      </a:r>
                      <a:r>
                        <a:rPr lang="pt-BR" sz="900" baseline="0" dirty="0"/>
                        <a:t> </a:t>
                      </a:r>
                      <a:r>
                        <a:rPr lang="pt-BR" sz="9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FINATEC publicou</a:t>
                      </a:r>
                      <a:r>
                        <a:rPr lang="pt-BR" sz="1050" baseline="0" dirty="0" smtClean="0"/>
                        <a:t> o novo edital de obras do CRG no dia 17/12/2025 . A abertura das propostas, das empresas interessadas, está prevista para ocorrer no dia 04/02/2026.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O processo licitatório de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 obra do CRG foi concluído. A empresa Baggio Arquitetura Consultoria SS LTDA foi homologada como a vencedora.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Concluído</a:t>
                      </a:r>
                    </a:p>
                    <a:p>
                      <a:pPr algn="ctr"/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108352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No dia 07/01/2026,</a:t>
                      </a:r>
                      <a:r>
                        <a:rPr lang="pt-BR" sz="1050" baseline="0" dirty="0" smtClean="0"/>
                        <a:t> a Petrobras aprova a troca do coordenador do processo </a:t>
                      </a:r>
                      <a:r>
                        <a:rPr lang="pt-BR" sz="105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2024/00012-3. A nova coordenadora passa a ser</a:t>
                      </a:r>
                      <a:r>
                        <a:rPr lang="pt-BR" sz="105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pesquisadora </a:t>
                      </a:r>
                      <a:r>
                        <a:rPr lang="pt-BR" sz="105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Raíssa</a:t>
                      </a:r>
                      <a:r>
                        <a:rPr lang="pt-BR" sz="105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050" b="0" i="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Beloti</a:t>
                      </a:r>
                      <a:r>
                        <a:rPr lang="pt-BR" sz="105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Mesquita (SGB).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27811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Novo edital de obras do CRG publicado pela FINATEC – seleção pública n° 193/2025;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Homologação, pela FINATEC,  da empresa vencedora do processo licitatório de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CRG;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obras;</a:t>
            </a:r>
          </a:p>
          <a:p>
            <a:pPr algn="just"/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27365" y="5174910"/>
            <a:ext cx="369811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100" dirty="0"/>
              <a:t>Abertura das propostas pela FINATEC e realização da análise técnica das propostas pelo SGB, referentes à obra </a:t>
            </a:r>
            <a:r>
              <a:rPr lang="pt-BR" sz="1100" dirty="0" smtClean="0"/>
              <a:t>do CRG;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Elaboração do contrato com a empresa Baggio Arquitetura para o </a:t>
            </a:r>
            <a:r>
              <a:rPr lang="pt-BR" sz="1100" dirty="0" err="1" smtClean="0"/>
              <a:t>diligenciamento</a:t>
            </a:r>
            <a:r>
              <a:rPr lang="pt-BR" sz="1100" dirty="0" smtClean="0"/>
              <a:t> da obra do CRG;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Obtenção da licença de obras;</a:t>
            </a: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337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96</cp:revision>
  <dcterms:created xsi:type="dcterms:W3CDTF">2025-07-07T09:08:08Z</dcterms:created>
  <dcterms:modified xsi:type="dcterms:W3CDTF">2026-02-02T18:59:13Z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