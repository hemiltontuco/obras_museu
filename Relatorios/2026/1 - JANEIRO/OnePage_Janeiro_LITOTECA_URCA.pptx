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9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67777" y="502525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err="1" smtClean="0">
                <a:solidFill>
                  <a:srgbClr val="00B2A9"/>
                </a:solidFill>
                <a:latin typeface="Petrobras Sans" panose="020B0606020204030204" pitchFamily="34" charset="0"/>
              </a:rPr>
              <a:t>Litoteca</a:t>
            </a:r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 URCA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1000"/>
            <a:ext cx="7514119" cy="3302504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79" y="5019662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9693" y="158626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2924" y="1610898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9693" y="1845321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95603" y="159235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50128" y="1844127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19/05/2027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506157" y="172891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7336" y="4880630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236" y="171356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811801" y="4793778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51232" y="1631344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22094" y="1698441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16452" y="1661415"/>
            <a:ext cx="0" cy="51355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805801" y="5090722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1054" y="5027754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855757"/>
              </p:ext>
            </p:extLst>
          </p:nvPr>
        </p:nvGraphicFramePr>
        <p:xfrm>
          <a:off x="4374784" y="2171864"/>
          <a:ext cx="7497249" cy="21412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93001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076967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832514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994767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1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FJA e o SGB estão atendendo às exigências constantes nos comunicados (“comunique-se”) da SMDU e de outros órgãos do Município do Rio de Janeiro (GEORIO, DPA-DPE, CET-RIO, SUBCLA e ARV), com vistas à obtenção da Licença Unificada de Obras.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2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Em análise</a:t>
                      </a:r>
                      <a:r>
                        <a:rPr lang="pt-BR" sz="1000" baseline="0" dirty="0" smtClean="0"/>
                        <a:t> –</a:t>
                      </a:r>
                      <a:r>
                        <a:rPr lang="pt-BR" sz="1000" baseline="0" dirty="0"/>
                        <a:t> </a:t>
                      </a:r>
                      <a:r>
                        <a:rPr lang="pt-BR" sz="1000" baseline="0" dirty="0" smtClean="0"/>
                        <a:t>Prefeitura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75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FINATEC publicou</a:t>
                      </a:r>
                      <a:r>
                        <a:rPr lang="pt-BR" sz="1050" baseline="0" dirty="0" smtClean="0"/>
                        <a:t> o novo edital de obras da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Urca no dia 07/01/2026 . A abertura das propostas, das empresas interessadas, está prevista para ocorrer no dia 02/02/2026.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-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aseline="0" dirty="0" smtClean="0"/>
                        <a:t>Em andamento</a:t>
                      </a:r>
                      <a:endParaRPr lang="pt-BR" sz="105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789026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3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O processo </a:t>
                      </a:r>
                      <a:r>
                        <a:rPr lang="pt-BR" sz="1050" smtClean="0"/>
                        <a:t>licitatório do</a:t>
                      </a:r>
                      <a:r>
                        <a:rPr lang="pt-BR" sz="1050" baseline="0" smtClean="0"/>
                        <a:t> </a:t>
                      </a:r>
                      <a:r>
                        <a:rPr lang="pt-BR" sz="1050" baseline="0" dirty="0" err="1" smtClean="0"/>
                        <a:t>diligenciamento</a:t>
                      </a:r>
                      <a:r>
                        <a:rPr lang="pt-BR" sz="1050" baseline="0" dirty="0" smtClean="0"/>
                        <a:t> da obra da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foi concluído. A empresa Filipe </a:t>
                      </a:r>
                      <a:r>
                        <a:rPr lang="pt-BR" sz="1050" baseline="0" dirty="0" err="1" smtClean="0"/>
                        <a:t>Jacopucci</a:t>
                      </a:r>
                      <a:r>
                        <a:rPr lang="pt-BR" sz="1050" baseline="0" dirty="0" smtClean="0"/>
                        <a:t> Arquitetura LTDA foi homologada como a vencedora.</a:t>
                      </a:r>
                      <a:endParaRPr lang="pt-BR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-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aseline="0" dirty="0" smtClean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338762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6" y="405506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09929" y="5460054"/>
            <a:ext cx="3621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a licença de obra;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Impossibilidade momentânea da Petrobras arcar com os novos custos das obras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4466727" y="4919585"/>
            <a:ext cx="551157" cy="581270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10585" y="5019662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91345" y="5356363"/>
            <a:ext cx="364775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FontTx/>
              <a:buAutoNum type="arabicParenR"/>
            </a:pPr>
            <a:r>
              <a:rPr lang="pt-BR" sz="1100" dirty="0"/>
              <a:t>Abertura das propostas pela FINATEC e realização da análise técnica das propostas pelo SGB, referentes à obra da </a:t>
            </a:r>
            <a:r>
              <a:rPr lang="pt-BR" sz="1100" dirty="0" err="1"/>
              <a:t>Litoteca</a:t>
            </a:r>
            <a:r>
              <a:rPr lang="pt-BR" sz="1100" dirty="0"/>
              <a:t> </a:t>
            </a:r>
            <a:r>
              <a:rPr lang="pt-BR" sz="1100" smtClean="0"/>
              <a:t>Urca;</a:t>
            </a:r>
          </a:p>
          <a:p>
            <a:pPr marL="342900" indent="-342900" algn="just">
              <a:buFontTx/>
              <a:buAutoNum type="arabicParenR"/>
            </a:pPr>
            <a:r>
              <a:rPr lang="pt-BR" sz="1100" smtClean="0"/>
              <a:t>Elaboração </a:t>
            </a:r>
            <a:r>
              <a:rPr lang="pt-BR" sz="1100" dirty="0"/>
              <a:t>do contrato com a empresa </a:t>
            </a:r>
            <a:r>
              <a:rPr lang="pt-BR" sz="1100" dirty="0" smtClean="0"/>
              <a:t>Filipe </a:t>
            </a:r>
            <a:r>
              <a:rPr lang="pt-BR" sz="1100" dirty="0" err="1" smtClean="0"/>
              <a:t>Jacopucci</a:t>
            </a:r>
            <a:r>
              <a:rPr lang="pt-BR" sz="1100" dirty="0" smtClean="0"/>
              <a:t> Arquitetura para </a:t>
            </a:r>
            <a:r>
              <a:rPr lang="pt-BR" sz="1100" dirty="0"/>
              <a:t>o </a:t>
            </a:r>
            <a:r>
              <a:rPr lang="pt-BR" sz="1100" dirty="0" err="1"/>
              <a:t>diligenciamento</a:t>
            </a:r>
            <a:r>
              <a:rPr lang="pt-BR" sz="1100" dirty="0"/>
              <a:t> da obra </a:t>
            </a:r>
            <a:r>
              <a:rPr lang="pt-BR" sz="1100" dirty="0" smtClean="0"/>
              <a:t>da </a:t>
            </a:r>
            <a:r>
              <a:rPr lang="pt-BR" sz="1100" dirty="0" err="1" smtClean="0"/>
              <a:t>Litoteca</a:t>
            </a:r>
            <a:r>
              <a:rPr lang="pt-BR" sz="1100" dirty="0" smtClean="0"/>
              <a:t> Urca;</a:t>
            </a:r>
            <a:endParaRPr lang="pt-BR" sz="1100" dirty="0"/>
          </a:p>
          <a:p>
            <a:pPr marL="342900" indent="-342900" algn="just">
              <a:buAutoNum type="arabicParenR"/>
            </a:pPr>
            <a:r>
              <a:rPr lang="pt-BR" sz="1100" dirty="0"/>
              <a:t>Obtenção da licença de obras;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83740" y="2271754"/>
            <a:ext cx="38244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A edificação da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Urca da Rede SGB de PD &amp; I com Rochas e Fluídos de Bacias Petrolíferas.</a:t>
            </a:r>
            <a:endParaRPr lang="pt-BR" sz="1600" dirty="0">
              <a:latin typeface="Aptos Narrow" panose="020B0004020202020204" pitchFamily="34" charset="0"/>
            </a:endParaRPr>
          </a:p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Construir 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que será destinada ao acondicionamento de amostras de testemunhos de sondagem, calha, amostras laterais, plugues, lâminas, fluídos e resíduos de análises. Instalação de laboratórios para unidade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0544" y="1696337"/>
            <a:ext cx="253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Petrobras Sans" panose="020B0606020204030204" pitchFamily="34" charset="0"/>
              </a:rPr>
              <a:t>Plano de Trabalho</a:t>
            </a:r>
            <a:endParaRPr lang="pt-BR" b="1" dirty="0">
              <a:latin typeface="Petrobras Sans" panose="020B0606020204030204" pitchFamily="34" charset="0"/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0544" y="198155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2022/00433-3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73009" y="4880630"/>
            <a:ext cx="1862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6,9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31/07/2025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b="1" dirty="0" smtClean="0">
              <a:solidFill>
                <a:srgbClr val="FFFF00"/>
              </a:solidFill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45946" y="5452331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53496" y="5893620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16,92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061406" y="491553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074493" y="540592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076676" y="5896305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50371" y="4897957"/>
            <a:ext cx="312263" cy="312263"/>
          </a:xfrm>
          <a:prstGeom prst="rect">
            <a:avLst/>
          </a:prstGeom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FontTx/>
              <a:buAutoNum type="arabicParenR"/>
            </a:pPr>
            <a:r>
              <a:rPr lang="pt-BR" sz="1200" dirty="0"/>
              <a:t>Novo edital de obras </a:t>
            </a:r>
            <a:r>
              <a:rPr lang="pt-BR" sz="1200" dirty="0" smtClean="0"/>
              <a:t>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 publicado </a:t>
            </a:r>
            <a:r>
              <a:rPr lang="pt-BR" sz="1200" dirty="0"/>
              <a:t>pela FINATEC – seleção pública n° </a:t>
            </a:r>
            <a:r>
              <a:rPr lang="pt-BR" sz="1200" dirty="0" smtClean="0"/>
              <a:t>211/2025 – Abertura das propostas no dia 02/02/2026;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Homologação, pela FINATEC,  da empresa vencedora do processo licitatório do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 das obras 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Urca;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840</TotalTime>
  <Words>335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76</cp:revision>
  <dcterms:created xsi:type="dcterms:W3CDTF">2025-07-07T09:08:08Z</dcterms:created>
  <dcterms:modified xsi:type="dcterms:W3CDTF">2026-02-02T18:59:09Z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