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004232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4754084"/>
            <a:ext cx="3691421" cy="1966860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73669" y="4815933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338831"/>
              </p:ext>
            </p:extLst>
          </p:nvPr>
        </p:nvGraphicFramePr>
        <p:xfrm>
          <a:off x="4377354" y="2228474"/>
          <a:ext cx="7444088" cy="1965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88796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171795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81817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01680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FJA,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SGB e </a:t>
                      </a:r>
                      <a:r>
                        <a:rPr lang="pt-BR" sz="1050" dirty="0" err="1" smtClean="0"/>
                        <a:t>Aldrago</a:t>
                      </a:r>
                      <a:r>
                        <a:rPr lang="pt-BR" sz="1050" dirty="0" smtClean="0"/>
                        <a:t> Florestal estão atendendo às exigências constantes nos comunicados (“comunique-se”) da SMDU e de outros órgãos do Município do Rio de Janeiro (GEORIO, DPA-DPE, CET-RIO, SUBCLA e ARV), com vistas à obtenção da licença</a:t>
                      </a:r>
                      <a:r>
                        <a:rPr lang="pt-BR" sz="1050" baseline="0" dirty="0" smtClean="0"/>
                        <a:t> de obras do CRG.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Em andamento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No</a:t>
                      </a:r>
                      <a:r>
                        <a:rPr lang="pt-BR" sz="1050" baseline="0" dirty="0" smtClean="0"/>
                        <a:t> dia 07/04/2026, a FINATEC publicou o novo edital de obras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 (3° edital). Houveram dois adiamentos da abertura das propostas.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Em andamento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117007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No dia 28/05/2026, a Petrobras</a:t>
                      </a:r>
                      <a:r>
                        <a:rPr lang="pt-BR" sz="1000" baseline="0" dirty="0" smtClean="0"/>
                        <a:t> cancela o aditivo de valor para a obra da </a:t>
                      </a:r>
                      <a:r>
                        <a:rPr lang="pt-BR" sz="1000" baseline="0" dirty="0" err="1" smtClean="0"/>
                        <a:t>Litoteca</a:t>
                      </a:r>
                      <a:r>
                        <a:rPr lang="pt-BR" sz="1000" baseline="0" dirty="0" smtClean="0"/>
                        <a:t> Urca (valor de R$ </a:t>
                      </a:r>
                      <a:r>
                        <a:rPr lang="pt-B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2.204.016,27 para o reajuste do valor da obra).</a:t>
                      </a:r>
                      <a:endParaRPr lang="pt-B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06021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389342" y="4707764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31850" y="5036833"/>
            <a:ext cx="36477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Previsão de abertura das propostas para a obra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 no </a:t>
            </a:r>
            <a:r>
              <a:rPr lang="pt-BR" sz="1200" dirty="0"/>
              <a:t>dia </a:t>
            </a:r>
            <a:r>
              <a:rPr lang="pt-BR" sz="1200" dirty="0" smtClean="0"/>
              <a:t>12/06/2026</a:t>
            </a:r>
            <a:r>
              <a:rPr lang="pt-BR" sz="1200" dirty="0"/>
              <a:t>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Após a conclusão do processo licitatório da obra, a </a:t>
            </a:r>
            <a:r>
              <a:rPr lang="pt-BR" sz="1200" dirty="0" smtClean="0"/>
              <a:t>coordenação / ponto </a:t>
            </a:r>
            <a:r>
              <a:rPr lang="pt-BR" sz="1200" dirty="0"/>
              <a:t>focal encaminhará o aditivo de </a:t>
            </a:r>
            <a:r>
              <a:rPr lang="pt-BR" sz="1200" dirty="0" smtClean="0"/>
              <a:t>valor no SIGITEC;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Obtenção </a:t>
            </a:r>
            <a:r>
              <a:rPr lang="pt-BR" sz="1200" dirty="0"/>
              <a:t>da licença de obras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</a:t>
            </a:r>
            <a:endParaRPr lang="pt-BR" sz="12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Publicado</a:t>
            </a:r>
            <a:r>
              <a:rPr lang="pt-BR" sz="1200" dirty="0"/>
              <a:t>, pela FINATEC, </a:t>
            </a:r>
            <a:r>
              <a:rPr lang="pt-BR" sz="1200" dirty="0" smtClean="0"/>
              <a:t>o </a:t>
            </a:r>
            <a:r>
              <a:rPr lang="pt-BR" sz="1200" dirty="0"/>
              <a:t>novo edital de obras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 </a:t>
            </a:r>
            <a:r>
              <a:rPr lang="pt-BR" sz="1200" dirty="0"/>
              <a:t>(3° edital);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Homologada, pela FINATEC,  </a:t>
            </a:r>
            <a:r>
              <a:rPr lang="pt-BR" sz="1200" dirty="0"/>
              <a:t>a</a:t>
            </a:r>
            <a:r>
              <a:rPr lang="pt-BR" sz="1200" dirty="0" smtClean="0"/>
              <a:t> empresa vencedora do processo licitatório 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321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99</cp:revision>
  <dcterms:created xsi:type="dcterms:W3CDTF">2025-07-07T09:08:08Z</dcterms:created>
  <dcterms:modified xsi:type="dcterms:W3CDTF">2026-06-01T13:31:29Z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