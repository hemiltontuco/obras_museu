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4747052"/>
            <a:ext cx="3704256" cy="1968095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(CRG)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2997200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781803"/>
            <a:ext cx="3691421" cy="18593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03955" y="4868571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56206" y="4802071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74385"/>
              </p:ext>
            </p:extLst>
          </p:nvPr>
        </p:nvGraphicFramePr>
        <p:xfrm>
          <a:off x="4409653" y="2240703"/>
          <a:ext cx="7398165" cy="22707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7913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4939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83051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86585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FJA,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SGB e </a:t>
                      </a:r>
                      <a:r>
                        <a:rPr lang="pt-BR" sz="1050" dirty="0" err="1" smtClean="0"/>
                        <a:t>Aldrago</a:t>
                      </a:r>
                      <a:r>
                        <a:rPr lang="pt-BR" sz="1050" dirty="0" smtClean="0"/>
                        <a:t> Florestal estão atendendo às exigências constantes nos comunicados (“comunique-se”) da SMDU e de outros órgãos do Município do Rio de Janeiro (GEORIO, DPA-DPE, CET-RIO, SUBCLA e ARV), com vistas à obtenção da licença</a:t>
                      </a:r>
                      <a:r>
                        <a:rPr lang="pt-BR" sz="1050" baseline="0" dirty="0" smtClean="0"/>
                        <a:t> de obras do CRG.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Em andamento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No dia 13/05/2026, após a decisão acerca da impugnação, a FINATEC publicou o edital retificado, contemplando alterações na planilha orçamentária e no valor da obra, com preços corrigidos conforme os referenciais do SINAPI. As modificações resultaram em uma redução de R$ 327.080,46 no valor total estimado da obra.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No dia 28/05/2026, a Petrobras</a:t>
                      </a:r>
                      <a:r>
                        <a:rPr lang="pt-BR" sz="1050" baseline="0" dirty="0" smtClean="0"/>
                        <a:t> cancela o aditivo de valor para a obra do CRG (valor de R$ </a:t>
                      </a:r>
                      <a:r>
                        <a:rPr lang="pt-BR" sz="105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4.617.137,57 para o reajuste do</a:t>
                      </a:r>
                      <a:r>
                        <a:rPr lang="pt-BR" sz="105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valor da </a:t>
                      </a:r>
                      <a:r>
                        <a:rPr lang="pt-BR" sz="105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obra).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61794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38087" y="177385"/>
            <a:ext cx="42509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Publicado, pela FINATEC, o novo edital de obras do CRG (3° edital). Posteriormente, o edital foi retificado pela FINATEC;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Homologado, pela FINATEC,  </a:t>
            </a:r>
            <a:r>
              <a:rPr lang="pt-BR" sz="1200" dirty="0"/>
              <a:t>a</a:t>
            </a:r>
            <a:r>
              <a:rPr lang="pt-BR" sz="1200" dirty="0" smtClean="0"/>
              <a:t> empresa vencedora do processo licitatório de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do CRG;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0842" y="5295995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algn="just"/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381485" y="4756318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08739" y="479751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50136" y="5045011"/>
            <a:ext cx="36981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Após a retificação do edital, a previsão de abertura das propostas está prevista para 22/06/2026;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Após a conclusão do processo licitatório da obra, a coordenação / ponto focal encaminhará o aditivo de valor no SIGITEC;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Obtenção </a:t>
            </a:r>
            <a:r>
              <a:rPr lang="pt-BR" sz="1200" dirty="0"/>
              <a:t>da licença de </a:t>
            </a:r>
            <a:r>
              <a:rPr lang="pt-BR" sz="1200" dirty="0" smtClean="0"/>
              <a:t>obras do CRG;</a:t>
            </a:r>
            <a:endParaRPr lang="pt-BR" sz="1200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334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127</cp:revision>
  <dcterms:created xsi:type="dcterms:W3CDTF">2025-07-07T09:08:08Z</dcterms:created>
  <dcterms:modified xsi:type="dcterms:W3CDTF">2026-06-01T13:31:21Z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