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do </a:t>
            </a:r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Pré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-Sal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41897"/>
              </p:ext>
            </p:extLst>
          </p:nvPr>
        </p:nvGraphicFramePr>
        <p:xfrm>
          <a:off x="4347679" y="2191942"/>
          <a:ext cx="7497249" cy="250630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52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67131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92077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Envio para a Petrobras do</a:t>
                      </a:r>
                      <a:r>
                        <a:rPr lang="pt-BR" sz="1050" baseline="0" dirty="0" smtClean="0"/>
                        <a:t>  orçamento atualizado (valores p/ </a:t>
                      </a:r>
                      <a:r>
                        <a:rPr lang="pt-BR" sz="1050" baseline="0" dirty="0" err="1" smtClean="0"/>
                        <a:t>agost</a:t>
                      </a:r>
                      <a:r>
                        <a:rPr lang="pt-BR" sz="1050" baseline="0" dirty="0" smtClean="0"/>
                        <a:t>/25) e solicitação do 1° aditivo de valor voltado a construção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do </a:t>
                      </a:r>
                      <a:r>
                        <a:rPr lang="pt-BR" sz="1050" baseline="0" dirty="0" err="1" smtClean="0"/>
                        <a:t>Pré</a:t>
                      </a:r>
                      <a:r>
                        <a:rPr lang="pt-BR" sz="1050" baseline="0" dirty="0" smtClean="0"/>
                        <a:t>-Sal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Concluído</a:t>
                      </a:r>
                      <a:endParaRPr lang="pt-B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Habilitação</a:t>
                      </a:r>
                      <a:r>
                        <a:rPr lang="pt-BR" sz="1050" baseline="0" dirty="0" smtClean="0"/>
                        <a:t>  do 1° aditivo de valor pela Petrobras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Concluído</a:t>
                      </a:r>
                      <a:endParaRPr lang="pt-B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93277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Finalização do edital e termo de referência para o processo</a:t>
                      </a:r>
                      <a:r>
                        <a:rPr lang="pt-BR" sz="1050" baseline="0" dirty="0" smtClean="0"/>
                        <a:t> licitatório de construção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do </a:t>
                      </a:r>
                      <a:r>
                        <a:rPr lang="pt-BR" sz="1050" baseline="0" dirty="0" err="1" smtClean="0"/>
                        <a:t>Pré</a:t>
                      </a:r>
                      <a:r>
                        <a:rPr lang="pt-BR" sz="1050" baseline="0" dirty="0" smtClean="0"/>
                        <a:t>-Sal</a:t>
                      </a:r>
                      <a:r>
                        <a:rPr lang="pt-BR" sz="1050" dirty="0" smtClean="0"/>
                        <a:t> pela </a:t>
                      </a:r>
                      <a:r>
                        <a:rPr lang="pt-BR" sz="1050" dirty="0" err="1" smtClean="0"/>
                        <a:t>FINATEC</a:t>
                      </a:r>
                      <a:r>
                        <a:rPr lang="pt-BR" sz="1050" baseline="0" dirty="0" err="1" smtClean="0"/>
                        <a:t>l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1/2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</a:t>
                      </a:r>
                      <a:r>
                        <a:rPr lang="pt-BR" sz="1050" baseline="0" dirty="0" smtClean="0"/>
                        <a:t> andamento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578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Finalização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smtClean="0"/>
                        <a:t>do </a:t>
                      </a:r>
                      <a:r>
                        <a:rPr lang="pt-BR" sz="1050" baseline="0" dirty="0" smtClean="0"/>
                        <a:t>edital e </a:t>
                      </a:r>
                      <a:r>
                        <a:rPr lang="pt-BR" sz="1050" baseline="0" dirty="0" smtClean="0"/>
                        <a:t>termo de referência para o p</a:t>
                      </a:r>
                      <a:r>
                        <a:rPr lang="pt-BR" sz="1050" dirty="0" smtClean="0"/>
                        <a:t>rocesso licitatório</a:t>
                      </a:r>
                      <a:r>
                        <a:rPr lang="pt-BR" sz="1050" baseline="0" dirty="0" smtClean="0"/>
                        <a:t> de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smtClean="0"/>
                        <a:t>das </a:t>
                      </a:r>
                      <a:r>
                        <a:rPr lang="pt-BR" sz="1050" baseline="0" dirty="0" smtClean="0"/>
                        <a:t>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do </a:t>
                      </a:r>
                      <a:r>
                        <a:rPr lang="pt-BR" sz="1050" baseline="0" dirty="0" err="1" smtClean="0"/>
                        <a:t>Pré</a:t>
                      </a:r>
                      <a:r>
                        <a:rPr lang="pt-BR" sz="1050" baseline="0" dirty="0" smtClean="0"/>
                        <a:t>-Sal pela FINATEC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1/2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</a:t>
                      </a:r>
                      <a:r>
                        <a:rPr lang="pt-BR" sz="1050" baseline="0" dirty="0" smtClean="0"/>
                        <a:t> andamento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5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Atendimento de pendências</a:t>
                      </a:r>
                      <a:r>
                        <a:rPr lang="pt-BR" sz="1050" baseline="0" dirty="0" smtClean="0"/>
                        <a:t> para a obtenção de l</a:t>
                      </a:r>
                      <a:r>
                        <a:rPr lang="pt-BR" sz="1050" dirty="0" smtClean="0"/>
                        <a:t>icença de obras junto</a:t>
                      </a:r>
                      <a:r>
                        <a:rPr lang="pt-BR" sz="1050" baseline="0" dirty="0" smtClean="0"/>
                        <a:t> à</a:t>
                      </a:r>
                      <a:r>
                        <a:rPr lang="pt-BR" sz="1050" dirty="0" smtClean="0"/>
                        <a:t> SMDU/ Pref.</a:t>
                      </a:r>
                      <a:r>
                        <a:rPr lang="pt-BR" sz="1050" baseline="0" dirty="0" smtClean="0"/>
                        <a:t> RJ</a:t>
                      </a:r>
                      <a:r>
                        <a:rPr lang="pt-BR" sz="1050" dirty="0" smtClean="0"/>
                        <a:t>  (EISPRO2022/04440)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</a:t>
                      </a:r>
                      <a:r>
                        <a:rPr lang="pt-BR" sz="1050" baseline="0" dirty="0" smtClean="0"/>
                        <a:t> andamento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48416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Aguardo da minuta  do 1° aditivo de valor para ser iniciado o processo </a:t>
            </a:r>
            <a:r>
              <a:rPr lang="pt-BR"/>
              <a:t>licitatório </a:t>
            </a:r>
            <a:r>
              <a:rPr lang="pt-BR" smtClean="0"/>
              <a:t> </a:t>
            </a:r>
            <a:r>
              <a:rPr lang="pt-BR" dirty="0"/>
              <a:t>para </a:t>
            </a:r>
            <a:r>
              <a:rPr lang="pt-BR" dirty="0" smtClean="0"/>
              <a:t>construção da </a:t>
            </a:r>
            <a:r>
              <a:rPr lang="pt-BR" dirty="0" err="1" smtClean="0"/>
              <a:t>Litoteca</a:t>
            </a:r>
            <a:r>
              <a:rPr lang="pt-BR" dirty="0" smtClean="0"/>
              <a:t> do </a:t>
            </a:r>
            <a:r>
              <a:rPr lang="pt-BR" dirty="0" err="1" smtClean="0"/>
              <a:t>Pré</a:t>
            </a:r>
            <a:r>
              <a:rPr lang="pt-BR" dirty="0" smtClean="0"/>
              <a:t>-Sal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obra e demolição;</a:t>
            </a:r>
          </a:p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443462"/>
            <a:ext cx="36477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Obtenção da licença de obras;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Aprovação e posterior assinatura </a:t>
            </a:r>
            <a:r>
              <a:rPr lang="pt-BR" sz="1200" dirty="0"/>
              <a:t>da minuta do 1° Aditivo de valor para o TC;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Lançamento dos editais de licitação </a:t>
            </a:r>
            <a:r>
              <a:rPr lang="pt-BR" sz="1200" dirty="0"/>
              <a:t>de obras 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;</a:t>
            </a:r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smtClean="0">
                <a:latin typeface="Aptos Narrow" panose="020B0004020202020204" pitchFamily="34" charset="0"/>
              </a:rPr>
              <a:t> que será </a:t>
            </a:r>
            <a:r>
              <a:rPr lang="pt-BR" sz="1600" dirty="0" smtClean="0">
                <a:latin typeface="Aptos Narrow" panose="020B0004020202020204" pitchFamily="34" charset="0"/>
              </a:rPr>
              <a:t>destinada ao acondicionamento de amostras de testemunhos de sondagem, calha, amostras </a:t>
            </a:r>
            <a:r>
              <a:rPr lang="pt-BR" sz="1600" dirty="0" err="1" smtClean="0">
                <a:latin typeface="Aptos Narrow" panose="020B0004020202020204" pitchFamily="34" charset="0"/>
              </a:rPr>
              <a:t>laterias</a:t>
            </a:r>
            <a:r>
              <a:rPr lang="pt-BR" sz="1600" dirty="0" smtClean="0">
                <a:latin typeface="Aptos Narrow" panose="020B0004020202020204" pitchFamily="34" charset="0"/>
              </a:rPr>
              <a:t>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294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51</cp:revision>
  <dcterms:created xsi:type="dcterms:W3CDTF">2025-07-07T09:08:08Z</dcterms:created>
  <dcterms:modified xsi:type="dcterms:W3CDTF">2025-09-01T12:41:36Z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