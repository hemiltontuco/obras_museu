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-918" y="-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41994" y="1651277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08987" y="1651000"/>
            <a:ext cx="0" cy="620761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2727829"/>
              </p:ext>
            </p:extLst>
          </p:nvPr>
        </p:nvGraphicFramePr>
        <p:xfrm>
          <a:off x="4379717" y="2202447"/>
          <a:ext cx="7473762" cy="271082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3221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00448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14647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15446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Duração </a:t>
                      </a:r>
                      <a:r>
                        <a:rPr lang="pt-BR" sz="800" dirty="0"/>
                        <a:t>(meses)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76391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1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700" dirty="0" smtClean="0"/>
                        <a:t>Envio para a Petrobras do</a:t>
                      </a:r>
                      <a:r>
                        <a:rPr lang="pt-BR" sz="700" baseline="0" dirty="0" smtClean="0"/>
                        <a:t>  orçamento atualizado (valores p/ </a:t>
                      </a:r>
                      <a:r>
                        <a:rPr lang="pt-BR" sz="700" baseline="0" dirty="0" err="1" smtClean="0"/>
                        <a:t>agost</a:t>
                      </a:r>
                      <a:r>
                        <a:rPr lang="pt-BR" sz="700" baseline="0" dirty="0" smtClean="0"/>
                        <a:t>/25) e solicitação do 1° aditivo de valor voltado a revitalização do MCTER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-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700" dirty="0" smtClean="0"/>
                        <a:t>Concluído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31810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2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700" dirty="0" smtClean="0"/>
                        <a:t>Habilitação</a:t>
                      </a:r>
                      <a:r>
                        <a:rPr lang="pt-BR" sz="700" baseline="0" dirty="0" smtClean="0"/>
                        <a:t> e aprovação do 1° aditivo de valor pela Petrobras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700" dirty="0" smtClean="0"/>
                        <a:t>Concluído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973171"/>
                  </a:ext>
                </a:extLst>
              </a:tr>
              <a:tr h="231810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3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700" dirty="0" smtClean="0"/>
                        <a:t>Visita</a:t>
                      </a:r>
                      <a:r>
                        <a:rPr lang="pt-BR" sz="700" baseline="0" dirty="0" smtClean="0"/>
                        <a:t> de comitiva da Petrobras (gerente do projeto, gerente de contrato e interlocutor técnico) </a:t>
                      </a:r>
                      <a:r>
                        <a:rPr lang="pt-BR" sz="700" baseline="0" dirty="0" smtClean="0"/>
                        <a:t>ao MCTER e </a:t>
                      </a:r>
                      <a:r>
                        <a:rPr lang="pt-BR" sz="700" baseline="0" dirty="0" smtClean="0"/>
                        <a:t>apresentação </a:t>
                      </a:r>
                      <a:r>
                        <a:rPr lang="pt-BR" sz="700" baseline="0" dirty="0" smtClean="0"/>
                        <a:t>do local pelo </a:t>
                      </a:r>
                      <a:r>
                        <a:rPr lang="pt-BR" sz="700" baseline="0" dirty="0" smtClean="0"/>
                        <a:t>ponto focal Célia </a:t>
                      </a:r>
                      <a:r>
                        <a:rPr lang="pt-BR" sz="700" baseline="0" dirty="0" err="1" smtClean="0"/>
                        <a:t>Corsino</a:t>
                      </a:r>
                      <a:r>
                        <a:rPr lang="pt-BR" sz="700" baseline="0" dirty="0" smtClean="0"/>
                        <a:t> 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dirty="0" smtClean="0"/>
                        <a:t>Concluído</a:t>
                      </a:r>
                    </a:p>
                    <a:p>
                      <a:pPr algn="just"/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043141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4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baseline="0" dirty="0" smtClean="0"/>
                        <a:t>Realocação de postos de trabalho para as futuras obras do MCTER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2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Em</a:t>
                      </a:r>
                      <a:r>
                        <a:rPr lang="pt-BR" sz="700" baseline="0" dirty="0" smtClean="0"/>
                        <a:t> andamento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5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Atendimento de pendências</a:t>
                      </a:r>
                      <a:r>
                        <a:rPr lang="pt-BR" sz="700" baseline="0" dirty="0" smtClean="0"/>
                        <a:t> para a obtenção de l</a:t>
                      </a:r>
                      <a:r>
                        <a:rPr lang="pt-BR" sz="700" dirty="0" smtClean="0"/>
                        <a:t>icença de revitalização junto</a:t>
                      </a:r>
                      <a:r>
                        <a:rPr lang="pt-BR" sz="700" baseline="0" dirty="0" smtClean="0"/>
                        <a:t> à</a:t>
                      </a:r>
                      <a:r>
                        <a:rPr lang="pt-BR" sz="700" dirty="0" smtClean="0"/>
                        <a:t> SMDU/ Pref.</a:t>
                      </a:r>
                      <a:r>
                        <a:rPr lang="pt-BR" sz="700" baseline="0" dirty="0" smtClean="0"/>
                        <a:t> RJ</a:t>
                      </a:r>
                      <a:r>
                        <a:rPr lang="pt-BR" sz="700" dirty="0" smtClean="0"/>
                        <a:t> </a:t>
                      </a:r>
                      <a:r>
                        <a:rPr lang="pt-BR" sz="700" baseline="0" dirty="0" smtClean="0"/>
                        <a:t>(Protocolo EISPRO2022/05481)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1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Em andamento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187475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6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dirty="0" smtClean="0"/>
                        <a:t>Finalização do edital e termo</a:t>
                      </a:r>
                      <a:r>
                        <a:rPr lang="pt-BR" sz="700" baseline="0" dirty="0" smtClean="0"/>
                        <a:t> de referência para o p</a:t>
                      </a:r>
                      <a:r>
                        <a:rPr lang="pt-BR" sz="700" dirty="0" smtClean="0"/>
                        <a:t>rocesso </a:t>
                      </a:r>
                      <a:r>
                        <a:rPr lang="pt-BR" sz="700" dirty="0" err="1" smtClean="0"/>
                        <a:t>licitatório,</a:t>
                      </a:r>
                      <a:r>
                        <a:rPr lang="pt-BR" sz="700" baseline="0" dirty="0" err="1" smtClean="0"/>
                        <a:t>para</a:t>
                      </a:r>
                      <a:r>
                        <a:rPr lang="pt-BR" sz="700" baseline="0" dirty="0" smtClean="0"/>
                        <a:t> as obras </a:t>
                      </a:r>
                      <a:r>
                        <a:rPr lang="pt-BR" sz="700" baseline="0" dirty="0" smtClean="0"/>
                        <a:t>do MCTER </a:t>
                      </a:r>
                      <a:r>
                        <a:rPr lang="pt-BR" sz="700" dirty="0" smtClean="0"/>
                        <a:t>pela</a:t>
                      </a:r>
                      <a:r>
                        <a:rPr lang="pt-BR" sz="700" baseline="0" dirty="0" smtClean="0"/>
                        <a:t> FINATEC</a:t>
                      </a:r>
                      <a:endParaRPr lang="pt-BR" sz="7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1/2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Em andamento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458095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7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700" dirty="0" smtClean="0"/>
                        <a:t>Finalização do edital e termo</a:t>
                      </a:r>
                      <a:r>
                        <a:rPr lang="pt-BR" sz="700" baseline="0" dirty="0" smtClean="0"/>
                        <a:t> de referência para o p</a:t>
                      </a:r>
                      <a:r>
                        <a:rPr lang="pt-BR" sz="700" dirty="0" smtClean="0"/>
                        <a:t>rocesso </a:t>
                      </a:r>
                      <a:r>
                        <a:rPr lang="pt-BR" sz="700" dirty="0" smtClean="0"/>
                        <a:t>licitatório</a:t>
                      </a:r>
                      <a:r>
                        <a:rPr lang="pt-BR" sz="700" baseline="0" dirty="0" smtClean="0"/>
                        <a:t> </a:t>
                      </a:r>
                      <a:r>
                        <a:rPr lang="pt-BR" sz="700" baseline="0" dirty="0" smtClean="0"/>
                        <a:t>para o </a:t>
                      </a:r>
                      <a:r>
                        <a:rPr lang="pt-BR" sz="700" baseline="0" dirty="0" err="1" smtClean="0"/>
                        <a:t>diligenciamento</a:t>
                      </a:r>
                      <a:r>
                        <a:rPr lang="pt-BR" sz="700" baseline="0" dirty="0" smtClean="0"/>
                        <a:t> </a:t>
                      </a:r>
                      <a:r>
                        <a:rPr lang="pt-BR" sz="700" baseline="0" dirty="0" smtClean="0"/>
                        <a:t>das obras do </a:t>
                      </a:r>
                      <a:r>
                        <a:rPr lang="pt-BR" sz="700" baseline="0" dirty="0" smtClean="0"/>
                        <a:t>MCTER </a:t>
                      </a:r>
                      <a:r>
                        <a:rPr lang="pt-BR" sz="700" baseline="0" dirty="0" smtClean="0"/>
                        <a:t>pela FINATEC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1/2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Em</a:t>
                      </a:r>
                      <a:r>
                        <a:rPr lang="pt-BR" sz="700" baseline="0" dirty="0" smtClean="0"/>
                        <a:t> andamento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41621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8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Definição</a:t>
                      </a:r>
                      <a:r>
                        <a:rPr lang="pt-BR" sz="700" baseline="0" dirty="0" smtClean="0"/>
                        <a:t> final dos equipamentos do CGA com utilização em parceria com o MCTER   – Pesquisador </a:t>
                      </a:r>
                      <a:r>
                        <a:rPr lang="pt-BR" sz="700" baseline="0" dirty="0" err="1" smtClean="0"/>
                        <a:t>Crisógono</a:t>
                      </a:r>
                      <a:r>
                        <a:rPr lang="pt-BR" sz="700" baseline="0" dirty="0" smtClean="0"/>
                        <a:t> Vasconcelos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5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Em andamento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9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Definição</a:t>
                      </a:r>
                      <a:r>
                        <a:rPr lang="pt-BR" sz="700" baseline="0" dirty="0" smtClean="0"/>
                        <a:t> das principais linhas de pesquisas do MCTER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700" dirty="0" smtClean="0"/>
                        <a:t>5</a:t>
                      </a:r>
                      <a:endParaRPr lang="pt-B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700" dirty="0" smtClean="0"/>
                        <a:t>Em andamento</a:t>
                      </a:r>
                      <a:endParaRPr lang="pt-B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Aguardo da minuta  do 1° aditivo de valor para ser iniciado o processo licitatório de </a:t>
            </a:r>
            <a:r>
              <a:rPr lang="pt-BR" dirty="0" smtClean="0"/>
              <a:t>revitalização </a:t>
            </a:r>
            <a:r>
              <a:rPr lang="pt-BR" dirty="0"/>
              <a:t>do </a:t>
            </a:r>
            <a:r>
              <a:rPr lang="pt-BR" dirty="0" smtClean="0"/>
              <a:t>MCTER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da FINATEC para as licitações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95442" y="5508587"/>
            <a:ext cx="343024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Obtenção da licença;</a:t>
            </a:r>
          </a:p>
          <a:p>
            <a:pPr marL="342900" indent="-342900" algn="just">
              <a:buAutoNum type="arabicParenR"/>
            </a:pPr>
            <a:r>
              <a:rPr lang="pt-BR" sz="1200" dirty="0" smtClean="0">
                <a:latin typeface="+mj-lt"/>
              </a:rPr>
              <a:t>Cobrar </a:t>
            </a:r>
            <a:r>
              <a:rPr lang="pt-BR" sz="1200" dirty="0">
                <a:latin typeface="+mj-lt"/>
              </a:rPr>
              <a:t>da FINATEC o lançamento da licitação de obras e </a:t>
            </a:r>
            <a:r>
              <a:rPr lang="pt-BR" sz="1200" dirty="0" err="1" smtClean="0">
                <a:latin typeface="+mj-lt"/>
              </a:rPr>
              <a:t>diligenciamento</a:t>
            </a:r>
            <a:r>
              <a:rPr lang="pt-BR" sz="1200" dirty="0" smtClean="0">
                <a:latin typeface="+mj-lt"/>
              </a:rPr>
              <a:t>;</a:t>
            </a:r>
          </a:p>
          <a:p>
            <a:pPr marL="342900" indent="-342900" algn="just">
              <a:buFontTx/>
              <a:buAutoNum type="arabicParenR"/>
            </a:pPr>
            <a:r>
              <a:rPr lang="pt-BR" sz="1200" dirty="0">
                <a:latin typeface="+mj-lt"/>
              </a:rPr>
              <a:t>Assinatura da minuta do 1° Aditivo de valor para o TC;</a:t>
            </a:r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849</TotalTime>
  <Words>350</Words>
  <Application>Microsoft Office PowerPoint</Application>
  <PresentationFormat>Widescreen</PresentationFormat>
  <Paragraphs>69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51</cp:revision>
  <dcterms:created xsi:type="dcterms:W3CDTF">2025-07-07T09:08:08Z</dcterms:created>
  <dcterms:modified xsi:type="dcterms:W3CDTF">2025-09-01T12:41:33Z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