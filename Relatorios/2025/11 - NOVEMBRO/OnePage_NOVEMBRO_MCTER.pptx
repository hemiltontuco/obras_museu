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5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1994" y="1651277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08987" y="1651000"/>
            <a:ext cx="0" cy="620761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81177"/>
              </p:ext>
            </p:extLst>
          </p:nvPr>
        </p:nvGraphicFramePr>
        <p:xfrm>
          <a:off x="4363804" y="2309799"/>
          <a:ext cx="7473762" cy="2560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322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0044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35768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94325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1° Edital da</a:t>
                      </a:r>
                      <a:r>
                        <a:rPr lang="pt-BR" sz="800" baseline="0" dirty="0" smtClean="0"/>
                        <a:t> licitação da construção do CRG publicado (19/09/202) 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477793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1° Edital da</a:t>
                      </a:r>
                      <a:r>
                        <a:rPr lang="pt-BR" sz="800" baseline="0" dirty="0" smtClean="0"/>
                        <a:t> licitação de </a:t>
                      </a:r>
                      <a:r>
                        <a:rPr lang="pt-BR" sz="800" baseline="0" dirty="0" err="1" smtClean="0"/>
                        <a:t>diligenciamento</a:t>
                      </a:r>
                      <a:r>
                        <a:rPr lang="pt-BR" sz="800" baseline="0" dirty="0" smtClean="0"/>
                        <a:t> das obras do MCTER pela FINATEC (15/10/2025)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1/2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844798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baseline="0" dirty="0" smtClean="0"/>
                        <a:t>Realocação de postos de trabalho para as futuras obras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</a:t>
                      </a:r>
                      <a:r>
                        <a:rPr lang="pt-BR" sz="800" baseline="0" dirty="0" smtClean="0"/>
                        <a:t>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baseline="0" dirty="0" smtClean="0"/>
                        <a:t>Solicitação pelo SGB (24/09/2025</a:t>
                      </a:r>
                      <a:r>
                        <a:rPr lang="pt-BR" sz="800" baseline="0" smtClean="0"/>
                        <a:t>) junto ao SMDU para a </a:t>
                      </a:r>
                      <a:r>
                        <a:rPr lang="pt-BR" sz="800" baseline="0" dirty="0" smtClean="0"/>
                        <a:t>unificação das licenças de obras do Complexo Científico e Cultural da Urca (EISPRO2022/05481) 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 – Pref.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Definição</a:t>
                      </a:r>
                      <a:r>
                        <a:rPr lang="pt-BR" sz="800" baseline="0" dirty="0" smtClean="0"/>
                        <a:t> final dos equipamentos do CGA com utilização em parceria com o MCTER   – Pesquisador </a:t>
                      </a:r>
                      <a:r>
                        <a:rPr lang="pt-BR" sz="800" baseline="0" dirty="0" err="1" smtClean="0"/>
                        <a:t>Crisógono</a:t>
                      </a:r>
                      <a:r>
                        <a:rPr lang="pt-BR" sz="800" baseline="0" dirty="0" smtClean="0"/>
                        <a:t> Vasconcelos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Definição</a:t>
                      </a:r>
                      <a:r>
                        <a:rPr lang="pt-BR" sz="800" baseline="0" dirty="0" smtClean="0"/>
                        <a:t> das principais linhas de pesquisas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7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Elaboração</a:t>
                      </a:r>
                      <a:r>
                        <a:rPr lang="pt-BR" sz="800" baseline="0" dirty="0" smtClean="0"/>
                        <a:t> de editais </a:t>
                      </a:r>
                      <a:r>
                        <a:rPr lang="pt-BR" sz="800" dirty="0" smtClean="0"/>
                        <a:t>para</a:t>
                      </a:r>
                      <a:r>
                        <a:rPr lang="pt-BR" sz="800" baseline="0" dirty="0" smtClean="0"/>
                        <a:t> a movimentação do acervo, mobiliário e arquivos físicos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8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Processo</a:t>
                      </a:r>
                      <a:r>
                        <a:rPr lang="pt-BR" sz="800" baseline="0" dirty="0" smtClean="0"/>
                        <a:t> licitatório de </a:t>
                      </a:r>
                      <a:r>
                        <a:rPr lang="pt-BR" sz="800" baseline="0" dirty="0" err="1" smtClean="0"/>
                        <a:t>diligenciamento</a:t>
                      </a:r>
                      <a:r>
                        <a:rPr lang="pt-BR" sz="800" baseline="0" dirty="0" smtClean="0"/>
                        <a:t> de obras do MCTER em fase de recursos pelas empresas interessadas. Previsão de homologação </a:t>
                      </a:r>
                      <a:r>
                        <a:rPr lang="pt-BR" sz="800" baseline="0" dirty="0" smtClean="0"/>
                        <a:t>do resultado no dia </a:t>
                      </a:r>
                      <a:r>
                        <a:rPr lang="pt-BR" sz="800" baseline="0" dirty="0" smtClean="0"/>
                        <a:t>05/12/2025 e posterior elaboração do contrato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8168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obras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05787" y="5482399"/>
            <a:ext cx="351990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Pressionar para a obtenção da unificação da licença de obras;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Contratação da empresa para o </a:t>
            </a:r>
            <a:r>
              <a:rPr lang="pt-BR" sz="1200" dirty="0" err="1"/>
              <a:t>diligenciamento</a:t>
            </a:r>
            <a:r>
              <a:rPr lang="pt-BR" sz="1200" dirty="0"/>
              <a:t> </a:t>
            </a:r>
            <a:r>
              <a:rPr lang="pt-BR" sz="1200" dirty="0" smtClean="0"/>
              <a:t>das obras </a:t>
            </a:r>
            <a:r>
              <a:rPr lang="pt-BR" sz="1200" dirty="0" smtClean="0"/>
              <a:t>do MCTER;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Finalização do processo licitatório de obras do MCTER</a:t>
            </a:r>
            <a:endParaRPr lang="pt-BR" sz="1200" dirty="0"/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sz="1400" dirty="0" smtClean="0"/>
              <a:t>1) Abertura das propostas para a obra do MCTER e análise técnica pela comissão do SGB;</a:t>
            </a:r>
          </a:p>
          <a:p>
            <a:pPr algn="just"/>
            <a:r>
              <a:rPr lang="pt-BR" sz="1400" dirty="0" smtClean="0"/>
              <a:t>2) </a:t>
            </a:r>
            <a:r>
              <a:rPr lang="pt-BR" sz="1400" dirty="0" smtClean="0"/>
              <a:t>Etapa final do processo licitatório do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MCTER</a:t>
            </a:r>
            <a:r>
              <a:rPr lang="pt-BR" dirty="0" smtClean="0"/>
              <a:t>;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346</Words>
  <Application>Microsoft Office PowerPoint</Application>
  <PresentationFormat>Widescreen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71</cp:revision>
  <dcterms:created xsi:type="dcterms:W3CDTF">2025-07-07T09:08:08Z</dcterms:created>
  <dcterms:modified xsi:type="dcterms:W3CDTF">2025-12-01T18:02:03Z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