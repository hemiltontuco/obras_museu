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885064"/>
              </p:ext>
            </p:extLst>
          </p:nvPr>
        </p:nvGraphicFramePr>
        <p:xfrm>
          <a:off x="4380007" y="2214535"/>
          <a:ext cx="7441433" cy="2346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7308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28884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394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7925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1° Edital da</a:t>
                      </a:r>
                      <a:r>
                        <a:rPr lang="pt-BR" sz="1000" baseline="0" dirty="0" smtClean="0"/>
                        <a:t> licitação da construção do CRG publicado (19/09/202)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78030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1° Edital da</a:t>
                      </a:r>
                      <a:r>
                        <a:rPr lang="pt-BR" sz="1000" baseline="0" dirty="0" smtClean="0"/>
                        <a:t> licitação de </a:t>
                      </a:r>
                      <a:r>
                        <a:rPr lang="pt-BR" sz="1000" baseline="0" dirty="0" err="1" smtClean="0"/>
                        <a:t>diligenciamento</a:t>
                      </a:r>
                      <a:r>
                        <a:rPr lang="pt-BR" sz="1000" baseline="0" dirty="0" smtClean="0"/>
                        <a:t> das obras do  CRG publicado (02/10/2025)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Concluído</a:t>
                      </a:r>
                    </a:p>
                    <a:p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995382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3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baseline="0" dirty="0" smtClean="0"/>
                        <a:t>Solicitação pelo SGB (24/09/2025</a:t>
                      </a:r>
                      <a:r>
                        <a:rPr lang="pt-BR" sz="1000" baseline="0" smtClean="0"/>
                        <a:t>) junto ao SMDU para a  </a:t>
                      </a:r>
                      <a:r>
                        <a:rPr lang="pt-BR" sz="1000" baseline="0" dirty="0" smtClean="0"/>
                        <a:t>unificação das licenças de obras do Complexo Científico e Cultural da Urca (EISPRO2022/05481)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Em análise</a:t>
                      </a:r>
                      <a:r>
                        <a:rPr lang="pt-BR" sz="900" baseline="0" dirty="0" smtClean="0"/>
                        <a:t> –</a:t>
                      </a:r>
                      <a:r>
                        <a:rPr lang="pt-BR" sz="900" baseline="0" dirty="0"/>
                        <a:t> </a:t>
                      </a:r>
                      <a:r>
                        <a:rPr lang="pt-BR" sz="90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4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Elaboração</a:t>
                      </a:r>
                      <a:r>
                        <a:rPr lang="pt-BR" sz="1000" baseline="0" dirty="0" smtClean="0"/>
                        <a:t> do 2° edital, pela FINATEC,  para a obra do CRG (novo edital). A seleção púbica n° 129/2025, realizada em 31/10/2025, não teve interessado.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689326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5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Processo</a:t>
                      </a:r>
                      <a:r>
                        <a:rPr lang="pt-BR" sz="1000" baseline="0" dirty="0" smtClean="0"/>
                        <a:t> licitatório de </a:t>
                      </a:r>
                      <a:r>
                        <a:rPr lang="pt-BR" sz="1000" baseline="0" dirty="0" err="1" smtClean="0"/>
                        <a:t>diligenciamento</a:t>
                      </a:r>
                      <a:r>
                        <a:rPr lang="pt-BR" sz="1000" baseline="0" dirty="0" smtClean="0"/>
                        <a:t> de obras do CRG em fase de recursos pelas empresas interessadas. Previsão de homologação  do resultado no dia 05/12/2025 e posterior elaboração do contrato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5088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sz="1400" dirty="0" smtClean="0"/>
              <a:t>1) Elaboração do 2° edital de obras (novo edital) do CRG pela FINATEC e SGB;</a:t>
            </a:r>
          </a:p>
          <a:p>
            <a:pPr algn="just"/>
            <a:r>
              <a:rPr lang="pt-BR" sz="1400" dirty="0" smtClean="0"/>
              <a:t>2) Etapa final do processo licitatório do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CRG</a:t>
            </a:r>
            <a:r>
              <a:rPr lang="pt-BR" dirty="0" smtClean="0"/>
              <a:t>;</a:t>
            </a:r>
            <a:endParaRPr lang="pt-BR" dirty="0"/>
          </a:p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34056" y="5208200"/>
            <a:ext cx="36981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Pressionar para a obtenção da unificação da licença de obras;</a:t>
            </a:r>
            <a:endParaRPr lang="pt-BR" sz="1200" dirty="0"/>
          </a:p>
          <a:p>
            <a:pPr marL="342900" indent="-342900" algn="just">
              <a:buFontTx/>
              <a:buAutoNum type="arabicParenR"/>
            </a:pPr>
            <a:r>
              <a:rPr lang="pt-BR" sz="1200" dirty="0"/>
              <a:t>Lançamento do 2° edital de obras do CRG (novo edital</a:t>
            </a:r>
            <a:r>
              <a:rPr lang="pt-BR" sz="1200" dirty="0" smtClean="0"/>
              <a:t>) pela FINATEC;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Contratação da empresa para 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do CRG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316</Words>
  <Application>Microsoft Office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82</cp:revision>
  <dcterms:created xsi:type="dcterms:W3CDTF">2025-07-07T09:08:08Z</dcterms:created>
  <dcterms:modified xsi:type="dcterms:W3CDTF">2025-12-01T18:05:16Z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