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257538"/>
              </p:ext>
            </p:extLst>
          </p:nvPr>
        </p:nvGraphicFramePr>
        <p:xfrm>
          <a:off x="4347965" y="2294892"/>
          <a:ext cx="7497249" cy="250630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52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67131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92077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de construção da </a:t>
                      </a:r>
                      <a:r>
                        <a:rPr lang="pt-BR" sz="1000" baseline="0" dirty="0" err="1" smtClean="0"/>
                        <a:t>Litoteca</a:t>
                      </a:r>
                      <a:r>
                        <a:rPr lang="pt-BR" sz="1000" baseline="0" dirty="0" smtClean="0"/>
                        <a:t> publicado (19/09/2025)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5782"/>
                  </a:ext>
                </a:extLst>
              </a:tr>
              <a:tr h="171023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1° Edital da</a:t>
                      </a:r>
                      <a:r>
                        <a:rPr lang="pt-BR" sz="1050" baseline="0" dirty="0" smtClean="0"/>
                        <a:t> licitação do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das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(09/09/2025)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7135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Solicitação pelo SGB (24/09/2025)  junto ao SMDU para a unificação das licenças de obras do Complexo Científico e Cultural da Urca (EISPRO2022/05481) 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Em análise</a:t>
                      </a:r>
                      <a:r>
                        <a:rPr lang="pt-BR" sz="1050" baseline="0" dirty="0" smtClean="0"/>
                        <a:t> – 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Solicitação pela FINATEC</a:t>
                      </a:r>
                      <a:r>
                        <a:rPr lang="pt-BR" sz="1050" baseline="0" dirty="0" smtClean="0"/>
                        <a:t> de esclarecimentos e documentos da empresa interessada no processo licitatório da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9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5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Solicitação pela FINATEC</a:t>
                      </a:r>
                      <a:r>
                        <a:rPr lang="pt-BR" sz="1050" baseline="0" dirty="0" smtClean="0"/>
                        <a:t> de esclarecimentos e documentos da empresa interessada no processo licitatório de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38762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Seleção da empresa para a obra </a:t>
            </a:r>
            <a:r>
              <a:rPr lang="pt-BR" dirty="0" smtClean="0"/>
              <a:t>da </a:t>
            </a:r>
            <a:r>
              <a:rPr lang="pt-BR" dirty="0" err="1" smtClean="0"/>
              <a:t>Litoteca</a:t>
            </a:r>
            <a:r>
              <a:rPr lang="pt-BR" dirty="0" smtClean="0"/>
              <a:t> – </a:t>
            </a:r>
            <a:r>
              <a:rPr lang="pt-BR" dirty="0"/>
              <a:t>seleção pública n° </a:t>
            </a:r>
            <a:r>
              <a:rPr lang="pt-BR" dirty="0" smtClean="0"/>
              <a:t>163/2025 </a:t>
            </a:r>
            <a:r>
              <a:rPr lang="pt-BR" dirty="0"/>
              <a:t>e seleção da empresa para o </a:t>
            </a:r>
            <a:r>
              <a:rPr lang="pt-BR" dirty="0" err="1"/>
              <a:t>diligenciamento</a:t>
            </a:r>
            <a:r>
              <a:rPr lang="pt-BR" dirty="0"/>
              <a:t> da </a:t>
            </a:r>
            <a:r>
              <a:rPr lang="pt-BR" dirty="0" err="1"/>
              <a:t>Litoteca</a:t>
            </a:r>
            <a:r>
              <a:rPr lang="pt-BR" dirty="0"/>
              <a:t> </a:t>
            </a:r>
            <a:r>
              <a:rPr lang="pt-BR" dirty="0" smtClean="0"/>
              <a:t>– </a:t>
            </a:r>
            <a:r>
              <a:rPr lang="pt-BR" dirty="0"/>
              <a:t>seleção pública n° </a:t>
            </a:r>
            <a:r>
              <a:rPr lang="pt-BR" dirty="0" smtClean="0"/>
              <a:t>149/2025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443462"/>
            <a:ext cx="364775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Pressionar para a obtenção da unificação da licença de obras</a:t>
            </a:r>
            <a:r>
              <a:rPr lang="pt-BR" sz="1200" dirty="0" smtClean="0"/>
              <a:t>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Continuação do processo licitatório da obra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Continuação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</a:t>
            </a:r>
            <a:endParaRPr lang="pt-BR" sz="1200" dirty="0"/>
          </a:p>
          <a:p>
            <a:pPr marL="342900" indent="-342900" algn="just">
              <a:buAutoNum type="arabicParenR"/>
            </a:pPr>
            <a:endParaRPr lang="pt-BR" sz="1200" dirty="0"/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301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65</cp:revision>
  <dcterms:created xsi:type="dcterms:W3CDTF">2025-07-07T09:08:08Z</dcterms:created>
  <dcterms:modified xsi:type="dcterms:W3CDTF">2025-12-01T18:05:18Z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