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61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92463"/>
              </p:ext>
            </p:extLst>
          </p:nvPr>
        </p:nvGraphicFramePr>
        <p:xfrm>
          <a:off x="4347679" y="2295993"/>
          <a:ext cx="7514120" cy="256686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031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40502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9927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77120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367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41242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Envio</a:t>
                      </a:r>
                      <a:r>
                        <a:rPr lang="pt-BR" sz="900" baseline="0" dirty="0" smtClean="0"/>
                        <a:t> para a FINATEC do Termo de Referência/Obra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-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33915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Solicitação</a:t>
                      </a:r>
                      <a:r>
                        <a:rPr lang="pt-BR" sz="900" baseline="0" dirty="0" smtClean="0"/>
                        <a:t> (Pref. RJ) </a:t>
                      </a:r>
                      <a:r>
                        <a:rPr lang="pt-BR" sz="900" dirty="0" smtClean="0"/>
                        <a:t> de</a:t>
                      </a:r>
                      <a:r>
                        <a:rPr lang="pt-BR" sz="900" baseline="0" dirty="0" smtClean="0"/>
                        <a:t> l</a:t>
                      </a:r>
                      <a:r>
                        <a:rPr lang="pt-BR" sz="900" dirty="0" smtClean="0"/>
                        <a:t>icença de </a:t>
                      </a:r>
                      <a:r>
                        <a:rPr lang="pt-BR" sz="900" dirty="0" smtClean="0"/>
                        <a:t>obra </a:t>
                      </a:r>
                      <a:r>
                        <a:rPr lang="pt-BR" sz="900" dirty="0" smtClean="0"/>
                        <a:t>– CRG (EISPRO2022/00929)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10983"/>
                  </a:ext>
                </a:extLst>
              </a:tr>
              <a:tr h="33915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Solicitação</a:t>
                      </a:r>
                      <a:r>
                        <a:rPr lang="pt-BR" sz="900" baseline="0" dirty="0" smtClean="0"/>
                        <a:t> (Pref. RJ) </a:t>
                      </a:r>
                      <a:r>
                        <a:rPr lang="pt-BR" sz="900" dirty="0" smtClean="0"/>
                        <a:t> de</a:t>
                      </a:r>
                      <a:r>
                        <a:rPr lang="pt-BR" sz="900" baseline="0" dirty="0" smtClean="0"/>
                        <a:t> licença de demolição (EISPRO2022/01045)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60498"/>
                  </a:ext>
                </a:extLst>
              </a:tr>
              <a:tr h="33915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Lançamento</a:t>
                      </a:r>
                      <a:r>
                        <a:rPr lang="pt-BR" sz="900" baseline="0" dirty="0" smtClean="0"/>
                        <a:t> do p</a:t>
                      </a:r>
                      <a:r>
                        <a:rPr lang="pt-BR" sz="900" dirty="0" smtClean="0"/>
                        <a:t>rocesso licitatório pela</a:t>
                      </a:r>
                      <a:r>
                        <a:rPr lang="pt-BR" sz="900" baseline="0" dirty="0" smtClean="0"/>
                        <a:t> FINATEC </a:t>
                      </a:r>
                      <a:r>
                        <a:rPr lang="pt-BR" sz="900" dirty="0" smtClean="0"/>
                        <a:t>para o</a:t>
                      </a:r>
                      <a:r>
                        <a:rPr lang="pt-BR" sz="900" baseline="0" dirty="0" smtClean="0"/>
                        <a:t> projeto de obra do </a:t>
                      </a:r>
                      <a:r>
                        <a:rPr lang="pt-BR" sz="900" baseline="0" dirty="0" smtClean="0"/>
                        <a:t>CRG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1/2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</a:t>
                      </a:r>
                      <a:r>
                        <a:rPr lang="pt-BR" sz="900" baseline="0" dirty="0" smtClean="0"/>
                        <a:t>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63229"/>
                  </a:ext>
                </a:extLst>
              </a:tr>
              <a:tr h="33915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5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Lançamento</a:t>
                      </a:r>
                      <a:r>
                        <a:rPr lang="pt-BR" sz="900" baseline="0" dirty="0" smtClean="0"/>
                        <a:t> do p</a:t>
                      </a:r>
                      <a:r>
                        <a:rPr lang="pt-BR" sz="900" dirty="0" smtClean="0"/>
                        <a:t>rocesso licitatório</a:t>
                      </a:r>
                      <a:r>
                        <a:rPr lang="pt-BR" sz="900" baseline="0" dirty="0" smtClean="0"/>
                        <a:t> pela FINATEC para o </a:t>
                      </a:r>
                      <a:r>
                        <a:rPr lang="pt-BR" sz="900" baseline="0" dirty="0" err="1" smtClean="0"/>
                        <a:t>diligenciamento</a:t>
                      </a:r>
                      <a:r>
                        <a:rPr lang="pt-BR" sz="900" baseline="0" dirty="0" smtClean="0"/>
                        <a:t> da obra do CRG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1/2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</a:t>
                      </a:r>
                      <a:r>
                        <a:rPr lang="pt-BR" sz="900" baseline="0" dirty="0" smtClean="0"/>
                        <a:t>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353593"/>
                  </a:ext>
                </a:extLst>
              </a:tr>
              <a:tr h="466339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6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Espera-se</a:t>
                      </a:r>
                      <a:r>
                        <a:rPr lang="pt-BR" sz="900" baseline="0" dirty="0" smtClean="0"/>
                        <a:t> manifestação da Petrobras em relação ao </a:t>
                      </a:r>
                      <a:r>
                        <a:rPr lang="pt-BR" sz="900" baseline="0" dirty="0" err="1" smtClean="0"/>
                        <a:t>email</a:t>
                      </a:r>
                      <a:r>
                        <a:rPr lang="pt-BR" sz="900" baseline="0" dirty="0" smtClean="0"/>
                        <a:t> (30/07/2025) encaminhado para  o Gerente de Contrato e Interlocutor Técnico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-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  <a:endParaRPr lang="pt-BR" sz="900" dirty="0" smtClean="0"/>
                    </a:p>
                    <a:p>
                      <a:pPr algn="just"/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39792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Início do processo licitatório para a construção do Centro de Referência em Geociências (CRG)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01452"/>
            <a:ext cx="3621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obra e demolição;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Necessidade de manifestação da Petrobras para aditivo de prazo e reajuste das planilhas orçamentárias;</a:t>
            </a:r>
          </a:p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404091"/>
            <a:ext cx="3698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Reunião na Prefeitura (Licença de obra);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Cobrar da FINATEC o lançamento da licitação de obras 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;</a:t>
            </a:r>
            <a:endParaRPr lang="pt-BR" sz="1400" dirty="0"/>
          </a:p>
          <a:p>
            <a:pPr marL="342900" indent="-342900" algn="just">
              <a:buAutoNum type="arabicParenR"/>
            </a:pP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260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46</cp:revision>
  <dcterms:created xsi:type="dcterms:W3CDTF">2025-07-07T09:08:08Z</dcterms:created>
  <dcterms:modified xsi:type="dcterms:W3CDTF">2025-08-01T14:27:43Z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