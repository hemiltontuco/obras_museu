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080" y="-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421546"/>
              </p:ext>
            </p:extLst>
          </p:nvPr>
        </p:nvGraphicFramePr>
        <p:xfrm>
          <a:off x="4380007" y="2214535"/>
          <a:ext cx="7441433" cy="25222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2518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0363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394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Em análise</a:t>
                      </a:r>
                      <a:r>
                        <a:rPr lang="pt-BR" sz="900" baseline="0" dirty="0" smtClean="0"/>
                        <a:t> –</a:t>
                      </a:r>
                      <a:r>
                        <a:rPr lang="pt-BR" sz="900" baseline="0" dirty="0"/>
                        <a:t> </a:t>
                      </a:r>
                      <a:r>
                        <a:rPr lang="pt-BR" sz="9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FINATEC publicou</a:t>
                      </a:r>
                      <a:r>
                        <a:rPr lang="pt-BR" sz="1050" baseline="0" dirty="0" smtClean="0"/>
                        <a:t> o novo edital de obras do CRG no dia 17/12/2025 . A abertura das propostas, pela FINATEC, ocorrerá no dia 22/01/2026.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Concluído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O processo licitatório de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 obra do CRG foi concluído. A empresa Baggio Arquitetura Consultoria SS LTDA foi homologada como a vencedora.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Concluído</a:t>
                      </a:r>
                    </a:p>
                    <a:p>
                      <a:pPr algn="ctr"/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108352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Em 04/12/2025, a Coordenação do Projeto solicitou aos pontos focais da Petrobras orientações para a substituição do ponto focal do SGB, referente às obras do CRG, no SIGITEC.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Em</a:t>
                      </a:r>
                      <a:r>
                        <a:rPr lang="pt-BR" sz="900" baseline="0" dirty="0" smtClean="0"/>
                        <a:t>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27811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Novo edital de obras do CRG publicado pela FINATEC – seleção pública n° 193/2025;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Homologação, pela FINATEC,  </a:t>
            </a:r>
            <a:r>
              <a:rPr lang="pt-BR" sz="1400" smtClean="0"/>
              <a:t>da empresa </a:t>
            </a:r>
            <a:r>
              <a:rPr lang="pt-BR" sz="1400" dirty="0" smtClean="0"/>
              <a:t>vencedora do processo licitatório de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CRG;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obras;</a:t>
            </a:r>
          </a:p>
          <a:p>
            <a:pPr algn="just"/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4056" y="5208200"/>
            <a:ext cx="36981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100" dirty="0" smtClean="0"/>
              <a:t>Abertura das </a:t>
            </a:r>
            <a:r>
              <a:rPr lang="pt-BR" sz="1100" dirty="0" smtClean="0"/>
              <a:t>propostas (FINATEC) </a:t>
            </a:r>
            <a:r>
              <a:rPr lang="pt-BR" sz="1100" dirty="0" smtClean="0"/>
              <a:t>e análise técnica </a:t>
            </a:r>
            <a:r>
              <a:rPr lang="pt-BR" sz="1100" dirty="0" smtClean="0"/>
              <a:t>(SGB) </a:t>
            </a:r>
            <a:r>
              <a:rPr lang="pt-BR" sz="1100" dirty="0" smtClean="0"/>
              <a:t>para a </a:t>
            </a:r>
            <a:r>
              <a:rPr lang="pt-BR" sz="1100" dirty="0" smtClean="0"/>
              <a:t>obra do CRG;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Elaboração do contrato com a empresa Baggio Arquitetura para o </a:t>
            </a:r>
            <a:r>
              <a:rPr lang="pt-BR" sz="1100" dirty="0" err="1" smtClean="0"/>
              <a:t>diligenciamento</a:t>
            </a:r>
            <a:r>
              <a:rPr lang="pt-BR" sz="1100" dirty="0" smtClean="0"/>
              <a:t> da obra do CRG;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Obtenção da licença de obras</a:t>
            </a:r>
            <a:r>
              <a:rPr lang="pt-BR" sz="1100" dirty="0" smtClean="0"/>
              <a:t>;</a:t>
            </a: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332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92</cp:revision>
  <dcterms:created xsi:type="dcterms:W3CDTF">2025-07-07T09:08:08Z</dcterms:created>
  <dcterms:modified xsi:type="dcterms:W3CDTF">2026-01-02T19:54:06Z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