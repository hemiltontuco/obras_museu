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7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90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7252" y="162120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15701" y="161377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7252" y="18582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65715" y="1586849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65715" y="1823942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3716" y="161796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55569" y="162120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26431" y="168830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 flipH="1">
            <a:off x="6400670" y="1651000"/>
            <a:ext cx="8317" cy="40663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903121"/>
              </p:ext>
            </p:extLst>
          </p:nvPr>
        </p:nvGraphicFramePr>
        <p:xfrm>
          <a:off x="4364855" y="2169555"/>
          <a:ext cx="7473762" cy="271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02420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437112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11930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baseline="0" dirty="0" smtClean="0"/>
                        <a:t>Realocação de postos de trabalho para as futuras obras do MCTER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</a:t>
                      </a:r>
                      <a:r>
                        <a:rPr lang="pt-BR" sz="800" baseline="0" dirty="0" smtClean="0"/>
                        <a:t>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A FJA e o SGB estão atendendo às exigências constantes nos comunicados (“comunique-se”) da SMDU e de outros órgãos do Município do Rio de Janeiro (GEORIO, DPA-DPE, CET-RIO, SUBCLA e ARV), com vistas à obtenção da Licença Unificada de Obras.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 – Pref.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8445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3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Definição</a:t>
                      </a:r>
                      <a:r>
                        <a:rPr lang="pt-BR" sz="900" baseline="0" dirty="0" smtClean="0"/>
                        <a:t> final dos equipamentos do CGA com utilização em parceria com o MCTER   – Pesquisador </a:t>
                      </a:r>
                      <a:r>
                        <a:rPr lang="pt-BR" sz="900" baseline="0" dirty="0" err="1" smtClean="0"/>
                        <a:t>Crisógono</a:t>
                      </a:r>
                      <a:r>
                        <a:rPr lang="pt-BR" sz="900" baseline="0" dirty="0" smtClean="0"/>
                        <a:t> Vasconcelos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99317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4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Definição</a:t>
                      </a:r>
                      <a:r>
                        <a:rPr lang="pt-BR" sz="900" baseline="0" dirty="0" smtClean="0"/>
                        <a:t> das principais linhas de pesquisas do MCTER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409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Elaboração</a:t>
                      </a:r>
                      <a:r>
                        <a:rPr lang="pt-BR" sz="900" baseline="0" dirty="0" smtClean="0"/>
                        <a:t> de editais </a:t>
                      </a:r>
                      <a:r>
                        <a:rPr lang="pt-BR" sz="900" dirty="0" smtClean="0"/>
                        <a:t>para</a:t>
                      </a:r>
                      <a:r>
                        <a:rPr lang="pt-BR" sz="900" baseline="0" dirty="0" smtClean="0"/>
                        <a:t> a movimentação do acervo, mobiliário e arquivos físicos do MCTER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196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O processo licitatório de</a:t>
                      </a:r>
                      <a:r>
                        <a:rPr lang="pt-BR" sz="900" baseline="0" dirty="0" smtClean="0"/>
                        <a:t> </a:t>
                      </a:r>
                      <a:r>
                        <a:rPr lang="pt-BR" sz="900" baseline="0" dirty="0" err="1" smtClean="0"/>
                        <a:t>diligenciamento</a:t>
                      </a:r>
                      <a:r>
                        <a:rPr lang="pt-BR" sz="900" baseline="0" dirty="0" smtClean="0"/>
                        <a:t> da obra da </a:t>
                      </a:r>
                      <a:r>
                        <a:rPr lang="pt-BR" sz="900" baseline="0" dirty="0" err="1" smtClean="0"/>
                        <a:t>Litoteca</a:t>
                      </a:r>
                      <a:r>
                        <a:rPr lang="pt-BR" sz="900" baseline="0" dirty="0" smtClean="0"/>
                        <a:t> foi concluído. A empresa Ferraz Carvalho Soluções foi homologada como a vencedora.</a:t>
                      </a:r>
                      <a:endParaRPr lang="pt-BR" sz="9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81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7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No processo licitatório da obra de revitalização do MCTER, a empresa </a:t>
                      </a:r>
                      <a:r>
                        <a:rPr lang="pt-BR" sz="800" dirty="0" err="1" smtClean="0"/>
                        <a:t>Construpower</a:t>
                      </a:r>
                      <a:r>
                        <a:rPr lang="pt-BR" sz="800" dirty="0" smtClean="0"/>
                        <a:t> Engenharia LTDA foi </a:t>
                      </a:r>
                      <a:r>
                        <a:rPr lang="pt-BR" sz="800" dirty="0" smtClean="0"/>
                        <a:t>escolhida </a:t>
                      </a:r>
                      <a:r>
                        <a:rPr lang="pt-BR" sz="800" dirty="0" smtClean="0"/>
                        <a:t>para a execução das obras, contudo, a proposta financeira apresentada encontra-se acima do valor aprovado no Termo de Cooperação</a:t>
                      </a:r>
                      <a:r>
                        <a:rPr lang="pt-BR" sz="800" dirty="0" smtClean="0"/>
                        <a:t>. </a:t>
                      </a:r>
                      <a:endParaRPr lang="pt-BR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73369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7007" y="5503063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obras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05787" y="5482399"/>
            <a:ext cx="351990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Necessidade de adequação do valor da obra do MCTER pela Petrobras;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Elaboração </a:t>
            </a:r>
            <a:r>
              <a:rPr lang="pt-BR" sz="1200" dirty="0"/>
              <a:t>do contrato com a empresa Ferraz Carvalho </a:t>
            </a:r>
            <a:r>
              <a:rPr lang="pt-BR" sz="1200" dirty="0" smtClean="0"/>
              <a:t>Soluções para </a:t>
            </a:r>
            <a:r>
              <a:rPr lang="pt-BR" sz="1200" dirty="0"/>
              <a:t>o </a:t>
            </a:r>
            <a:r>
              <a:rPr lang="pt-BR" sz="1200" dirty="0" err="1"/>
              <a:t>diligenciamento</a:t>
            </a:r>
            <a:r>
              <a:rPr lang="pt-BR" sz="1200" dirty="0"/>
              <a:t> da </a:t>
            </a:r>
            <a:r>
              <a:rPr lang="pt-BR" sz="1200" dirty="0" smtClean="0"/>
              <a:t>obra do MCTER;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Obtenção da licença de obras;</a:t>
            </a:r>
          </a:p>
          <a:p>
            <a:pPr algn="just"/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86,464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60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400" dirty="0" smtClean="0"/>
              <a:t>Empresa escolhida no processo licitatório da obra do MCTER ; </a:t>
            </a:r>
          </a:p>
          <a:p>
            <a:pPr marL="342900" indent="-342900" algn="just">
              <a:buAutoNum type="arabicParenR"/>
            </a:pPr>
            <a:r>
              <a:rPr lang="pt-BR" sz="1400" dirty="0" smtClean="0"/>
              <a:t>Homologação, pela FINATEC,  da empresa vencedora do processo licitatório de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 das obras do MCTER;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370</Words>
  <Application>Microsoft Office PowerPoint</Application>
  <PresentationFormat>Widescreen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78</cp:revision>
  <dcterms:created xsi:type="dcterms:W3CDTF">2025-07-07T09:08:08Z</dcterms:created>
  <dcterms:modified xsi:type="dcterms:W3CDTF">2026-01-02T20:06:05Z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