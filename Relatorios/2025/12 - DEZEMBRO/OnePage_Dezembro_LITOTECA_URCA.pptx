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67777" y="502525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Litoteca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 URCA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3302504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79" y="5019662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9693" y="158626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482924" y="1610898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9693" y="1845321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95603" y="159235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50128" y="1844127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19/05/2027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6157" y="172891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27336" y="4880630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236" y="171356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811801" y="4793778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351232" y="1631344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22094" y="1698441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16452" y="1661415"/>
            <a:ext cx="0" cy="51355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805801" y="5090722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1054" y="5027754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865436"/>
              </p:ext>
            </p:extLst>
          </p:nvPr>
        </p:nvGraphicFramePr>
        <p:xfrm>
          <a:off x="4374784" y="2171864"/>
          <a:ext cx="7497249" cy="271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93001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76967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832514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994767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 e o SGB estão atendendo às exigências constantes nos comunicados (“comunique-se”) da SMDU e de outros órgãos do Município do Rio de Janeiro (GEORIO, DPA-DPE, CET-RIO, SUBCLA e ARV), com vistas à obtenção da Licença Unificada de Obras.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1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 análise</a:t>
                      </a:r>
                      <a:r>
                        <a:rPr lang="pt-BR" sz="1000" baseline="0" dirty="0" smtClean="0"/>
                        <a:t> –</a:t>
                      </a:r>
                      <a:r>
                        <a:rPr lang="pt-BR" sz="1000" baseline="0" dirty="0"/>
                        <a:t> </a:t>
                      </a:r>
                      <a:r>
                        <a:rPr lang="pt-BR" sz="1000" baseline="0" dirty="0" smtClean="0"/>
                        <a:t>Prefeitura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7542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O primeiro edital (seleção</a:t>
                      </a:r>
                      <a:r>
                        <a:rPr lang="pt-BR" sz="1050" baseline="0" dirty="0" smtClean="0"/>
                        <a:t> pública n° 163/2025)</a:t>
                      </a:r>
                      <a:r>
                        <a:rPr lang="pt-BR" sz="1050" dirty="0" smtClean="0"/>
                        <a:t> de obras da </a:t>
                      </a:r>
                      <a:r>
                        <a:rPr lang="pt-BR" sz="1050" dirty="0" err="1" smtClean="0"/>
                        <a:t>Litoteca</a:t>
                      </a:r>
                      <a:r>
                        <a:rPr lang="pt-BR" sz="1050" dirty="0" smtClean="0"/>
                        <a:t> Urca</a:t>
                      </a:r>
                      <a:r>
                        <a:rPr lang="pt-BR" sz="1050" baseline="0" dirty="0" smtClean="0"/>
                        <a:t> fracassou</a:t>
                      </a:r>
                      <a:r>
                        <a:rPr lang="pt-BR" sz="1050" dirty="0" smtClean="0"/>
                        <a:t>. Encontra-se em elaboração, pela FINATEC, novo edital de obras, em fase final para publicação.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½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baseline="0" dirty="0" smtClean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9026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O processo licitatório de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baseline="0" dirty="0" err="1" smtClean="0"/>
                        <a:t>diligenciamento</a:t>
                      </a:r>
                      <a:r>
                        <a:rPr lang="pt-BR" sz="1050" baseline="0" dirty="0" smtClean="0"/>
                        <a:t> da obra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foi concluído. A empresa Filipe </a:t>
                      </a:r>
                      <a:r>
                        <a:rPr lang="pt-BR" sz="1050" baseline="0" dirty="0" err="1" smtClean="0"/>
                        <a:t>Jacopucci</a:t>
                      </a:r>
                      <a:r>
                        <a:rPr lang="pt-BR" sz="1050" baseline="0" dirty="0" smtClean="0"/>
                        <a:t> Arquitetura LTDA foi homologada como a vencedora.</a:t>
                      </a:r>
                      <a:endParaRPr lang="pt-BR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-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baseline="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338762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4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A Petrobras aprova a utilização de recursos provenientes dos rendimentos do projeto </a:t>
                      </a:r>
                      <a:r>
                        <a:rPr lang="pt-BR" sz="1050" dirty="0" smtClean="0"/>
                        <a:t> da </a:t>
                      </a:r>
                      <a:r>
                        <a:rPr lang="pt-BR" sz="1050" dirty="0" err="1" smtClean="0"/>
                        <a:t>Litoteca</a:t>
                      </a:r>
                      <a:r>
                        <a:rPr lang="pt-BR" sz="1050" dirty="0" smtClean="0"/>
                        <a:t> Urca para </a:t>
                      </a:r>
                      <a:r>
                        <a:rPr lang="pt-BR" sz="1050" dirty="0" smtClean="0"/>
                        <a:t>a reforma de dois espaços de apoio na região da </a:t>
                      </a:r>
                      <a:r>
                        <a:rPr lang="pt-BR" sz="1050" dirty="0" err="1" smtClean="0"/>
                        <a:t>Litoteca</a:t>
                      </a:r>
                      <a:r>
                        <a:rPr lang="pt-BR" sz="1050" dirty="0" smtClean="0"/>
                        <a:t> Urca.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-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aseline="0" dirty="0" smtClean="0"/>
                        <a:t>Concluído</a:t>
                      </a:r>
                    </a:p>
                    <a:p>
                      <a:endParaRPr lang="pt-BR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304739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6" y="40550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09929" y="5460054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 licença de obra;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obras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66727" y="4919585"/>
            <a:ext cx="551157" cy="581270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310585" y="5019662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91345" y="5392330"/>
            <a:ext cx="3647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Publicação do novo edital de obras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/>
              <a:t>Elaboração do contrato com a empresa </a:t>
            </a:r>
            <a:r>
              <a:rPr lang="pt-BR" sz="1200" dirty="0" smtClean="0"/>
              <a:t>Filipe </a:t>
            </a:r>
            <a:r>
              <a:rPr lang="pt-BR" sz="1200" dirty="0" err="1" smtClean="0"/>
              <a:t>Jacopucci</a:t>
            </a:r>
            <a:r>
              <a:rPr lang="pt-BR" sz="1200" dirty="0" smtClean="0"/>
              <a:t> Arquitetura para </a:t>
            </a:r>
            <a:r>
              <a:rPr lang="pt-BR" sz="1200" dirty="0"/>
              <a:t>o </a:t>
            </a:r>
            <a:r>
              <a:rPr lang="pt-BR" sz="1200" dirty="0" err="1"/>
              <a:t>diligenciamento</a:t>
            </a:r>
            <a:r>
              <a:rPr lang="pt-BR" sz="1200" dirty="0"/>
              <a:t> da obra </a:t>
            </a:r>
            <a:r>
              <a:rPr lang="pt-BR" sz="1200" dirty="0" smtClean="0"/>
              <a:t>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/>
              <a:t>Obtenção da licença de obras;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83740" y="2271754"/>
            <a:ext cx="3824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A edificação da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Urca da Rede SGB de PD &amp; I com Rochas e Fluídos de Bacias Petrolíferas.</a:t>
            </a:r>
            <a:endParaRPr lang="pt-BR" sz="1600" dirty="0">
              <a:latin typeface="Aptos Narrow" panose="020B0004020202020204" pitchFamily="34" charset="0"/>
            </a:endParaRPr>
          </a:p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Construir 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que será destinada ao acondicionamento de amostras de testemunhos de sondagem, calha, amostras laterais, plugues, lâminas, fluídos e resíduos de análises. Instalação de laboratórios para unidade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0544" y="1696337"/>
            <a:ext cx="253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Petrobras Sans" panose="020B0606020204030204" pitchFamily="34" charset="0"/>
              </a:rPr>
              <a:t>Plano de Trabalho</a:t>
            </a:r>
            <a:endParaRPr lang="pt-BR" b="1" dirty="0">
              <a:latin typeface="Petrobras Sans" panose="020B060602020403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0544" y="198155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2022/00433-3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73009" y="4880630"/>
            <a:ext cx="186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6,9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31/07/2025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b="1" dirty="0" smtClean="0">
              <a:solidFill>
                <a:srgbClr val="FFFF00"/>
              </a:solidFill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45946" y="5452331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53496" y="5893620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16,92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061406" y="491553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074493" y="540592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076676" y="5896305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350371" y="4897957"/>
            <a:ext cx="312263" cy="312263"/>
          </a:xfrm>
          <a:prstGeom prst="rect">
            <a:avLst/>
          </a:prstGeom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O novo edital de obras da </a:t>
            </a:r>
            <a:r>
              <a:rPr lang="pt-BR" sz="1200" dirty="0" err="1"/>
              <a:t>Litoteca</a:t>
            </a:r>
            <a:r>
              <a:rPr lang="pt-BR" sz="1200" dirty="0"/>
              <a:t> Urca está em fase final de consolidação, para posterior publicação pela FINATEC.</a:t>
            </a:r>
            <a:r>
              <a:rPr lang="pt-BR" sz="1200" dirty="0" smtClean="0"/>
              <a:t>;</a:t>
            </a:r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200" dirty="0" smtClean="0"/>
              <a:t>Homologação, pela FINATEC,  da empresa vencedora do processo licitatório de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das obras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355</Words>
  <Application>Microsoft Office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71</cp:revision>
  <dcterms:created xsi:type="dcterms:W3CDTF">2025-07-07T09:08:08Z</dcterms:created>
  <dcterms:modified xsi:type="dcterms:W3CDTF">2026-01-02T19:46:53Z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