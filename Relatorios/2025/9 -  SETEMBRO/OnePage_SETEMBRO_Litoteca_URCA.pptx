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61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88682"/>
              </p:ext>
            </p:extLst>
          </p:nvPr>
        </p:nvGraphicFramePr>
        <p:xfrm>
          <a:off x="4347965" y="2294892"/>
          <a:ext cx="7497249" cy="150808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52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67131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92077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259912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Edital da</a:t>
                      </a:r>
                      <a:r>
                        <a:rPr lang="pt-BR" sz="1000" baseline="0" dirty="0" smtClean="0"/>
                        <a:t> licitação </a:t>
                      </a:r>
                      <a:r>
                        <a:rPr lang="pt-BR" sz="1000" baseline="0" dirty="0" smtClean="0"/>
                        <a:t>de </a:t>
                      </a:r>
                      <a:r>
                        <a:rPr lang="pt-BR" sz="1000" baseline="0" dirty="0" smtClean="0"/>
                        <a:t>construção da </a:t>
                      </a:r>
                      <a:r>
                        <a:rPr lang="pt-BR" sz="1000" baseline="0" dirty="0" err="1" smtClean="0"/>
                        <a:t>Litoteca</a:t>
                      </a:r>
                      <a:r>
                        <a:rPr lang="pt-BR" sz="1000" baseline="0" dirty="0" smtClean="0"/>
                        <a:t> Urca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578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Unificação das licenças de obras do Complexo Científico e Cultural </a:t>
                      </a:r>
                      <a:r>
                        <a:rPr lang="pt-BR" sz="1050" baseline="0" smtClean="0"/>
                        <a:t>da Urca (EISPRO2022/05481</a:t>
                      </a:r>
                      <a:r>
                        <a:rPr lang="pt-BR" sz="1050" baseline="0" dirty="0" smtClean="0"/>
                        <a:t>)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Em</a:t>
                      </a:r>
                      <a:r>
                        <a:rPr lang="pt-BR" sz="1050" baseline="0" dirty="0" smtClean="0"/>
                        <a:t> andamento</a:t>
                      </a:r>
                      <a:endParaRPr lang="pt-BR" sz="105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Finalização do edital </a:t>
                      </a:r>
                      <a:r>
                        <a:rPr lang="pt-BR" sz="1000" baseline="0" dirty="0" smtClean="0"/>
                        <a:t>do p</a:t>
                      </a:r>
                      <a:r>
                        <a:rPr lang="pt-BR" sz="1000" dirty="0" smtClean="0"/>
                        <a:t>rocesso licitatório</a:t>
                      </a:r>
                      <a:r>
                        <a:rPr lang="pt-BR" sz="1000" baseline="0" dirty="0" smtClean="0"/>
                        <a:t> para o </a:t>
                      </a:r>
                      <a:r>
                        <a:rPr lang="pt-BR" sz="1000" baseline="0" dirty="0" err="1" smtClean="0"/>
                        <a:t>diligenciamento</a:t>
                      </a:r>
                      <a:r>
                        <a:rPr lang="pt-BR" sz="1000" baseline="0" dirty="0" smtClean="0"/>
                        <a:t> das obras do MCTER pela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1/2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48416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Lançamento </a:t>
            </a:r>
            <a:r>
              <a:rPr lang="pt-BR" dirty="0" smtClean="0"/>
              <a:t>do </a:t>
            </a:r>
            <a:r>
              <a:rPr lang="pt-BR" dirty="0"/>
              <a:t>edital </a:t>
            </a:r>
            <a:r>
              <a:rPr lang="pt-BR" dirty="0" smtClean="0"/>
              <a:t>da </a:t>
            </a:r>
            <a:r>
              <a:rPr lang="pt-BR" dirty="0" smtClean="0"/>
              <a:t>licitação </a:t>
            </a:r>
            <a:r>
              <a:rPr lang="pt-BR" dirty="0"/>
              <a:t>destinado à construção </a:t>
            </a:r>
            <a:r>
              <a:rPr lang="pt-BR" dirty="0"/>
              <a:t>da </a:t>
            </a:r>
            <a:r>
              <a:rPr lang="pt-BR" dirty="0" err="1" smtClean="0"/>
              <a:t>Litoteca</a:t>
            </a:r>
            <a:r>
              <a:rPr lang="pt-BR" dirty="0" smtClean="0"/>
              <a:t> Urca– </a:t>
            </a:r>
            <a:r>
              <a:rPr lang="pt-BR" dirty="0"/>
              <a:t>seleção pública n° </a:t>
            </a:r>
            <a:r>
              <a:rPr lang="pt-BR" dirty="0" smtClean="0"/>
              <a:t>163/2025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obra e demolição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443462"/>
            <a:ext cx="364775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Obtenção da licença de obras;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Seleção de empresa para a execução da obra de </a:t>
            </a:r>
            <a:r>
              <a:rPr lang="pt-BR" sz="1200" dirty="0" smtClean="0"/>
              <a:t>construção da </a:t>
            </a:r>
            <a:r>
              <a:rPr lang="pt-BR" sz="1200" dirty="0" err="1" smtClean="0"/>
              <a:t>Litoteca</a:t>
            </a:r>
            <a:r>
              <a:rPr lang="pt-BR" sz="1200" dirty="0" smtClean="0"/>
              <a:t> Urca;</a:t>
            </a:r>
            <a:endParaRPr lang="pt-BR" sz="1200" dirty="0"/>
          </a:p>
          <a:p>
            <a:pPr marL="342900" indent="-342900" algn="just">
              <a:buFontTx/>
              <a:buAutoNum type="arabicParenR"/>
            </a:pPr>
            <a:r>
              <a:rPr lang="pt-BR" sz="1200" dirty="0"/>
              <a:t>Assinatura da minuta do 1° Aditivo de valor para o TC;</a:t>
            </a:r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smtClean="0">
                <a:latin typeface="Aptos Narrow" panose="020B0004020202020204" pitchFamily="34" charset="0"/>
              </a:rPr>
              <a:t> que será </a:t>
            </a:r>
            <a:r>
              <a:rPr lang="pt-BR" sz="1600" dirty="0" smtClean="0">
                <a:latin typeface="Aptos Narrow" panose="020B0004020202020204" pitchFamily="34" charset="0"/>
              </a:rPr>
              <a:t>destinada ao acondicionamento de amostras de testemunhos de sondagem, calha, amostras </a:t>
            </a:r>
            <a:r>
              <a:rPr lang="pt-BR" sz="1600" dirty="0" err="1" smtClean="0">
                <a:latin typeface="Aptos Narrow" panose="020B0004020202020204" pitchFamily="34" charset="0"/>
              </a:rPr>
              <a:t>laterias</a:t>
            </a:r>
            <a:r>
              <a:rPr lang="pt-BR" sz="1600" dirty="0" smtClean="0">
                <a:latin typeface="Aptos Narrow" panose="020B0004020202020204" pitchFamily="34" charset="0"/>
              </a:rPr>
              <a:t>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219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57</cp:revision>
  <dcterms:created xsi:type="dcterms:W3CDTF">2025-07-07T09:08:08Z</dcterms:created>
  <dcterms:modified xsi:type="dcterms:W3CDTF">2025-10-01T17:31:36Z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