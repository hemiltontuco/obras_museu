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1994" y="1651277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08987" y="1651000"/>
            <a:ext cx="0" cy="620761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839024"/>
              </p:ext>
            </p:extLst>
          </p:nvPr>
        </p:nvGraphicFramePr>
        <p:xfrm>
          <a:off x="4379718" y="2242564"/>
          <a:ext cx="7473762" cy="2575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322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0044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15446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Duração </a:t>
                      </a:r>
                      <a:r>
                        <a:rPr lang="pt-BR" sz="800" dirty="0"/>
                        <a:t>(meses)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Edital da</a:t>
                      </a:r>
                      <a:r>
                        <a:rPr lang="pt-BR" sz="1000" baseline="0" dirty="0" smtClean="0"/>
                        <a:t> licitação da revitalização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477793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Realocação de postos de trabalho para as futuras obras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Unificação das licenças de obras do Complexo Científico e Cultural </a:t>
                      </a:r>
                      <a:r>
                        <a:rPr lang="pt-BR" sz="1000" baseline="0" smtClean="0"/>
                        <a:t>da Urca (EISPRO2022/05481</a:t>
                      </a:r>
                      <a:r>
                        <a:rPr lang="pt-BR" sz="1000" baseline="0" dirty="0" smtClean="0"/>
                        <a:t>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Finalização do edital </a:t>
                      </a:r>
                      <a:r>
                        <a:rPr lang="pt-BR" sz="1000" baseline="0" dirty="0" smtClean="0"/>
                        <a:t>do p</a:t>
                      </a:r>
                      <a:r>
                        <a:rPr lang="pt-BR" sz="1000" dirty="0" smtClean="0"/>
                        <a:t>rocesso licitatório</a:t>
                      </a:r>
                      <a:r>
                        <a:rPr lang="pt-BR" sz="1000" baseline="0" dirty="0" smtClean="0"/>
                        <a:t> para o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das obras do MCTER pela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1/2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41621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Definição</a:t>
                      </a:r>
                      <a:r>
                        <a:rPr lang="pt-BR" sz="1000" baseline="0" dirty="0" smtClean="0"/>
                        <a:t> final dos equipamentos do CGA com utilização em parceria com o MCTER   – Pesquisador </a:t>
                      </a:r>
                      <a:r>
                        <a:rPr lang="pt-BR" sz="1000" baseline="0" dirty="0" err="1" smtClean="0"/>
                        <a:t>Crisógono</a:t>
                      </a:r>
                      <a:r>
                        <a:rPr lang="pt-BR" sz="1000" baseline="0" dirty="0" smtClean="0"/>
                        <a:t> Vasconcelos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Definição</a:t>
                      </a:r>
                      <a:r>
                        <a:rPr lang="pt-BR" sz="1000" baseline="0" dirty="0" smtClean="0"/>
                        <a:t> das principais linhas de pesquisas do MCTER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Lançamento do edital </a:t>
            </a:r>
            <a:r>
              <a:rPr lang="pt-BR" dirty="0" smtClean="0"/>
              <a:t>da </a:t>
            </a:r>
            <a:r>
              <a:rPr lang="pt-BR" dirty="0"/>
              <a:t>licitação destinado à revitalização do MCTER</a:t>
            </a:r>
            <a:r>
              <a:rPr lang="pt-BR" dirty="0" smtClean="0"/>
              <a:t>– </a:t>
            </a:r>
            <a:r>
              <a:rPr lang="pt-BR" dirty="0" smtClean="0"/>
              <a:t>seleção pública n° 164/2025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a licença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obra;</a:t>
            </a:r>
          </a:p>
          <a:p>
            <a:pPr marL="342900" indent="-342900" algn="just">
              <a:buFont typeface="+mj-lt"/>
              <a:buAutoNum type="arabicParenR"/>
            </a:pPr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95442" y="5508587"/>
            <a:ext cx="34302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Obtenção da licença</a:t>
            </a:r>
            <a:r>
              <a:rPr lang="pt-BR" sz="1200" dirty="0"/>
              <a:t> </a:t>
            </a:r>
            <a:r>
              <a:rPr lang="pt-BR" sz="1200" dirty="0" smtClean="0"/>
              <a:t>de obras;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Seleção de empresa para a execução da obra de revitalização do MCTER;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smtClean="0">
                <a:latin typeface="+mj-lt"/>
              </a:rPr>
              <a:t>Assinatura </a:t>
            </a:r>
            <a:r>
              <a:rPr lang="pt-BR" sz="1200" dirty="0">
                <a:latin typeface="+mj-lt"/>
              </a:rPr>
              <a:t>da minuta do 1° Aditivo de valor para o TC;</a:t>
            </a:r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248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60</cp:revision>
  <dcterms:created xsi:type="dcterms:W3CDTF">2025-07-07T09:08:08Z</dcterms:created>
  <dcterms:modified xsi:type="dcterms:W3CDTF">2025-10-01T17:30:49Z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