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33246"/>
              </p:ext>
            </p:extLst>
          </p:nvPr>
        </p:nvGraphicFramePr>
        <p:xfrm>
          <a:off x="4380007" y="2214535"/>
          <a:ext cx="7441433" cy="1798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730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28884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7925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da construção do CRG publicado (19/09/202)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78030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da</a:t>
                      </a:r>
                      <a:r>
                        <a:rPr lang="pt-BR" sz="1000" baseline="0" dirty="0" smtClean="0"/>
                        <a:t> licitação de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baseline="0" dirty="0" smtClean="0"/>
                        <a:t>das obras do  </a:t>
                      </a:r>
                      <a:r>
                        <a:rPr lang="pt-BR" sz="1000" baseline="0" dirty="0" smtClean="0"/>
                        <a:t>CRG publicado (02/10/2025)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  <a:p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95382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baseline="0" dirty="0" smtClean="0"/>
                        <a:t>Solicitação pelo SGB (24/09/2025) a unificação das licenças de obras do Complexo Científico e Cultural da Urca (EISPRO2022/05481)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análise</a:t>
                      </a:r>
                      <a:r>
                        <a:rPr lang="pt-BR" sz="900" baseline="0" dirty="0" smtClean="0"/>
                        <a:t> –</a:t>
                      </a:r>
                      <a:r>
                        <a:rPr lang="pt-BR" sz="900" baseline="0" dirty="0"/>
                        <a:t> </a:t>
                      </a:r>
                      <a:r>
                        <a:rPr lang="pt-BR" sz="9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Elaboração</a:t>
                      </a:r>
                      <a:r>
                        <a:rPr lang="pt-BR" sz="1000" baseline="0" dirty="0" smtClean="0"/>
                        <a:t> do </a:t>
                      </a:r>
                      <a:r>
                        <a:rPr lang="pt-BR" sz="1000" baseline="0" dirty="0" smtClean="0"/>
                        <a:t>2° </a:t>
                      </a:r>
                      <a:r>
                        <a:rPr lang="pt-BR" sz="1000" baseline="0" dirty="0" smtClean="0"/>
                        <a:t>edital, pela FINATEC,  para a obra do CRG. A seleção púbica n° 129/2025, realizada em 31/10/2025, não teve interessado.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89326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S</a:t>
            </a:r>
            <a:r>
              <a:rPr lang="pt-BR" dirty="0" smtClean="0"/>
              <a:t>eleção de </a:t>
            </a:r>
            <a:r>
              <a:rPr lang="pt-BR" dirty="0"/>
              <a:t>empresa para o </a:t>
            </a:r>
            <a:r>
              <a:rPr lang="pt-BR" dirty="0" err="1"/>
              <a:t>diligenciamento</a:t>
            </a:r>
            <a:r>
              <a:rPr lang="pt-BR" dirty="0"/>
              <a:t> do </a:t>
            </a:r>
            <a:r>
              <a:rPr lang="pt-BR" dirty="0" smtClean="0"/>
              <a:t>CRG – </a:t>
            </a:r>
            <a:r>
              <a:rPr lang="pt-BR" dirty="0"/>
              <a:t>seleção pública n° </a:t>
            </a:r>
            <a:r>
              <a:rPr lang="pt-BR" dirty="0" smtClean="0"/>
              <a:t>156/2025</a:t>
            </a:r>
            <a:endParaRPr lang="pt-BR" dirty="0"/>
          </a:p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208200"/>
            <a:ext cx="36981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Pressionar para a obtenção da unificação da licença de obras;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 smtClean="0"/>
              <a:t>Escolha da </a:t>
            </a:r>
            <a:r>
              <a:rPr lang="pt-BR" sz="1200" dirty="0"/>
              <a:t>empresas </a:t>
            </a:r>
            <a:r>
              <a:rPr lang="pt-BR" sz="1200" dirty="0" smtClean="0"/>
              <a:t>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do CRG;</a:t>
            </a:r>
            <a:endParaRPr lang="pt-BR" sz="1200" dirty="0"/>
          </a:p>
          <a:p>
            <a:pPr marL="342900" indent="-342900" algn="just">
              <a:buAutoNum type="arabicParenR"/>
            </a:pP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238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71</cp:revision>
  <dcterms:created xsi:type="dcterms:W3CDTF">2025-07-07T09:08:08Z</dcterms:created>
  <dcterms:modified xsi:type="dcterms:W3CDTF">2025-11-03T19:55:10Z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