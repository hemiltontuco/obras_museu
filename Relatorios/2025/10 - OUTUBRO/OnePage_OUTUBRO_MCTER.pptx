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86863" y="5076696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Museu de Ciências da Terra (MCTER)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341356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64855" y="5076696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7252" y="162120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41994" y="1651277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7252" y="18582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20/05/2025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65715" y="1586849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65715" y="1823942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19/05/2027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3716" y="161796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600169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4865250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26,464 MM </a:t>
            </a:r>
            <a:endParaRPr lang="pt-BR" sz="1200" dirty="0" smtClean="0">
              <a:latin typeface="Aptos Narrow" panose="020B0004020202020204" pitchFamily="34" charset="0"/>
            </a:endParaRPr>
          </a:p>
          <a:p>
            <a:r>
              <a:rPr lang="pt-BR" sz="1200" i="1" dirty="0" smtClean="0">
                <a:latin typeface="Aptos Narrow" panose="020B0004020202020204" pitchFamily="34" charset="0"/>
              </a:rPr>
              <a:t>10/07/25</a:t>
            </a:r>
            <a:endParaRPr lang="pt-BR" sz="1200" i="1" dirty="0">
              <a:latin typeface="Aptos Narrow" panose="020B0004020202020204" pitchFamily="34" charset="0"/>
            </a:endParaRP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601976" y="4866681"/>
            <a:ext cx="312263" cy="312263"/>
          </a:xfrm>
          <a:prstGeom prst="rect">
            <a:avLst/>
          </a:prstGeom>
        </p:spPr>
      </p:pic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55569" y="162120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26431" y="168830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08987" y="1651000"/>
            <a:ext cx="0" cy="620761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88624" y="513925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7796" y="5113067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686369"/>
              </p:ext>
            </p:extLst>
          </p:nvPr>
        </p:nvGraphicFramePr>
        <p:xfrm>
          <a:off x="4379718" y="2242564"/>
          <a:ext cx="7473762" cy="2667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3221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000448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35768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094325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Duração </a:t>
                      </a:r>
                      <a:r>
                        <a:rPr lang="pt-BR" sz="800" dirty="0"/>
                        <a:t>(meses)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18702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1° Edital da</a:t>
                      </a:r>
                      <a:r>
                        <a:rPr lang="pt-BR" sz="1000" baseline="0" dirty="0" smtClean="0"/>
                        <a:t> licitação da construção do CRG publicado (19/09/202) 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477793"/>
                  </a:ext>
                </a:extLst>
              </a:tr>
              <a:tr h="18702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1° Edital da</a:t>
                      </a:r>
                      <a:r>
                        <a:rPr lang="pt-BR" sz="1000" baseline="0" dirty="0" smtClean="0"/>
                        <a:t> licitação de </a:t>
                      </a:r>
                      <a:r>
                        <a:rPr lang="pt-BR" sz="1000" baseline="0" dirty="0" err="1" smtClean="0"/>
                        <a:t>diligenciamento</a:t>
                      </a:r>
                      <a:r>
                        <a:rPr lang="pt-BR" sz="1000" baseline="0" dirty="0" smtClean="0"/>
                        <a:t> das obras do MCTER pela FINATEC (15/10/2025)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1/2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844798"/>
                  </a:ext>
                </a:extLst>
              </a:tr>
              <a:tr h="18702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3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baseline="0" dirty="0" smtClean="0"/>
                        <a:t>Realocação de postos de trabalho para as futuras obras do MCTER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</a:t>
                      </a:r>
                      <a:r>
                        <a:rPr lang="pt-BR" sz="1000" baseline="0" dirty="0" smtClean="0"/>
                        <a:t>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314937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4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baseline="0" dirty="0" smtClean="0"/>
                        <a:t>Solicitação pelo SGB (24/09/2025) a unificação das licenças de obras do Complexo Científico e Cultural da Urca (EISPRO2022/05481) 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 </a:t>
                      </a:r>
                      <a:r>
                        <a:rPr lang="pt-BR" sz="1000" dirty="0" smtClean="0"/>
                        <a:t>andamento – Pref.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284457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5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Definição</a:t>
                      </a:r>
                      <a:r>
                        <a:rPr lang="pt-BR" sz="1000" baseline="0" dirty="0" smtClean="0"/>
                        <a:t> final dos equipamentos do CGA com utilização em parceria com o MCTER   – Pesquisador </a:t>
                      </a:r>
                      <a:r>
                        <a:rPr lang="pt-BR" sz="1000" baseline="0" dirty="0" err="1" smtClean="0"/>
                        <a:t>Crisógono</a:t>
                      </a:r>
                      <a:r>
                        <a:rPr lang="pt-BR" sz="1000" baseline="0" dirty="0" smtClean="0"/>
                        <a:t> Vasconcelos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5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999317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6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Definição</a:t>
                      </a:r>
                      <a:r>
                        <a:rPr lang="pt-BR" sz="1000" baseline="0" dirty="0" smtClean="0"/>
                        <a:t> das principais linhas de pesquisas do MCTER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5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409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7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Elaboração</a:t>
                      </a:r>
                      <a:r>
                        <a:rPr lang="pt-BR" sz="1000" baseline="0" dirty="0" smtClean="0"/>
                        <a:t> de editais </a:t>
                      </a:r>
                      <a:r>
                        <a:rPr lang="pt-BR" sz="1000" dirty="0" smtClean="0"/>
                        <a:t>para</a:t>
                      </a:r>
                      <a:r>
                        <a:rPr lang="pt-BR" sz="1000" baseline="0" dirty="0" smtClean="0"/>
                        <a:t> a movimentação do acervo, mobiliário e arquivos físicos do MCTER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719668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 smtClean="0"/>
              <a:t>Seleção da empresa para a obra do MCTER – seleção pública n° 164/2025 e seleção da empresa para o </a:t>
            </a:r>
            <a:r>
              <a:rPr lang="pt-BR" dirty="0" err="1" smtClean="0"/>
              <a:t>diligenciamento</a:t>
            </a:r>
            <a:r>
              <a:rPr lang="pt-BR" dirty="0" smtClean="0"/>
              <a:t> do MCTER – seleção pública n° 146/2025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17007" y="5503063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obras</a:t>
            </a: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42679" y="5022420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97076" y="5066941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405787" y="5482399"/>
            <a:ext cx="351990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Pressionar para a obtenção da unificação da licença de obras;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Escolha das empresas da obra e </a:t>
            </a:r>
            <a:r>
              <a:rPr lang="pt-BR" sz="1200" dirty="0" err="1" smtClean="0"/>
              <a:t>diligenciamento</a:t>
            </a:r>
            <a:endParaRPr lang="pt-BR" sz="1200" dirty="0" smtClean="0"/>
          </a:p>
          <a:p>
            <a:pPr marL="342900" indent="-342900" algn="just">
              <a:buAutoNum type="arabicParenR"/>
            </a:pPr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25166" y="2364234"/>
            <a:ext cx="3935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Viabilização de serviço de revitalização do MCTER:</a:t>
            </a:r>
            <a:endParaRPr lang="pt-BR" sz="1600" dirty="0">
              <a:latin typeface="Aptos Narrow" panose="020B00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Dotar de estrutura física e laboratorial adequada e focada no setor de Óleo &amp; Gás;</a:t>
            </a: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Contribuir com projetos de PD &amp; I nas áreas de estratigrafia, modelagem de bacia e </a:t>
            </a:r>
            <a:r>
              <a:rPr lang="pt-BR" sz="1600" dirty="0" err="1" smtClean="0">
                <a:latin typeface="Aptos Narrow" panose="020B0004020202020204" pitchFamily="34" charset="0"/>
              </a:rPr>
              <a:t>paleoambiente</a:t>
            </a:r>
            <a:r>
              <a:rPr lang="pt-BR" sz="1600" dirty="0" smtClean="0">
                <a:latin typeface="Aptos Narrow" panose="020B0004020202020204" pitchFamily="34" charset="0"/>
              </a:rPr>
              <a:t> </a:t>
            </a:r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2023/00648-2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25165" y="5972256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86,464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681963" y="492758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681963" y="5432557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95223" y="5366861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60 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294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66</cp:revision>
  <dcterms:created xsi:type="dcterms:W3CDTF">2025-07-07T09:08:08Z</dcterms:created>
  <dcterms:modified xsi:type="dcterms:W3CDTF">2025-11-03T20:24:32Z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