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8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MM</a:t>
            </a: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419214"/>
              </p:ext>
            </p:extLst>
          </p:nvPr>
        </p:nvGraphicFramePr>
        <p:xfrm>
          <a:off x="4469408" y="2177489"/>
          <a:ext cx="7418223" cy="2133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863961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838224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4236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Reuniões com empresas </a:t>
                      </a:r>
                      <a:r>
                        <a:rPr lang="pt-BR" sz="1000" baseline="0" dirty="0"/>
                        <a:t>(Thermo Fischer, JEOL </a:t>
                      </a:r>
                      <a:r>
                        <a:rPr lang="pt-BR" sz="1000" baseline="0" dirty="0" err="1"/>
                        <a:t>Brazil</a:t>
                      </a:r>
                      <a:r>
                        <a:rPr lang="pt-BR" sz="1000" baseline="0" dirty="0"/>
                        <a:t>, EXUM </a:t>
                      </a:r>
                      <a:r>
                        <a:rPr lang="pt-BR" sz="1000" baseline="0" dirty="0" err="1"/>
                        <a:t>Instruments</a:t>
                      </a:r>
                      <a:r>
                        <a:rPr lang="pt-BR" sz="1000" baseline="0" dirty="0"/>
                        <a:t> e Applied </a:t>
                      </a:r>
                      <a:r>
                        <a:rPr lang="pt-BR" sz="1000" baseline="0" dirty="0" err="1"/>
                        <a:t>Spectra</a:t>
                      </a:r>
                      <a:r>
                        <a:rPr lang="pt-BR" sz="1000" baseline="0" dirty="0"/>
                        <a:t>) visando definir a listagem final de equipamentos para a conclusão dos laboratórios do CRG</a:t>
                      </a:r>
                      <a:r>
                        <a:rPr lang="pt-BR" sz="1000" dirty="0"/>
                        <a:t>,</a:t>
                      </a:r>
                      <a:r>
                        <a:rPr lang="pt-BR" sz="1000" baseline="0" dirty="0"/>
                        <a:t> além do lab.  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000" dirty="0"/>
                        <a:t>Listagem </a:t>
                      </a:r>
                      <a:r>
                        <a:rPr lang="pt-BR" sz="1000" baseline="0" dirty="0"/>
                        <a:t>e orçamento  para a compra dos equipamentos (CRG) no curto prazo do Laboratório de Isótopos </a:t>
                      </a:r>
                      <a:r>
                        <a:rPr lang="pt-BR" sz="1000" baseline="0" dirty="0" err="1"/>
                        <a:t>Radiogênicos</a:t>
                      </a:r>
                      <a:r>
                        <a:rPr lang="pt-BR" sz="1000" baseline="0" dirty="0"/>
                        <a:t> 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  <a:p>
                      <a:pPr algn="ctr"/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3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Reuniões com empresas e equipe (Nu </a:t>
                      </a:r>
                      <a:r>
                        <a:rPr lang="pt-BR" sz="1000" dirty="0" err="1">
                          <a:solidFill>
                            <a:schemeClr val="tx1"/>
                          </a:solidFill>
                        </a:rPr>
                        <a:t>Equipments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, Thermo Fischer) para conclusão do laboratório de Isótopos Estáveis Avançados.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Cadastramento dos equipamentos de</a:t>
                      </a:r>
                      <a:r>
                        <a:rPr lang="pt-BR" sz="1000" baseline="0" dirty="0"/>
                        <a:t> curto prazo no sistema CONVENIAR da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65421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Execução do Termo de Referência para aquisição dos equipamentos e busca continua por novas tecnologias para implementação no CRG. 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50552"/>
            <a:ext cx="3609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/>
              <a:t>1) Aguardo da liberação de novas cotas do CNPQ para a importação de equipamentos com a isenção de impostos.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252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26</cp:revision>
  <dcterms:created xsi:type="dcterms:W3CDTF">2025-07-07T09:08:08Z</dcterms:created>
  <dcterms:modified xsi:type="dcterms:W3CDTF">2025-11-03T17:14:20Z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